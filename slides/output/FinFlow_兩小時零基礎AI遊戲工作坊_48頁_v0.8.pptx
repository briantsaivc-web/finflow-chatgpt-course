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cd64c6881d4707" /><Relationship Type="http://schemas.openxmlformats.org/officeDocument/2006/relationships/extended-properties" Target="/docProps/app.xml" Id="R3959a6612c45446f" /><Relationship Type="http://schemas.openxmlformats.org/officeDocument/2006/relationships/officeDocument" Target="/ppt/presentation.xml" Id="R582c4051f9f947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bdce66ff4842dd"/>
  </p:sldMasterIdLst>
  <p:notesMasterIdLst>
    <p:notesMasterId xmlns:r="http://schemas.openxmlformats.org/officeDocument/2006/relationships" r:id="R04d2ac4c6d6e41f5"/>
  </p:notesMasterIdLst>
  <p:sldIdLst>
    <p:sldId xmlns:r="http://schemas.openxmlformats.org/officeDocument/2006/relationships" id="256" r:id="Rea07f0abda9f490d"/>
    <p:sldId xmlns:r="http://schemas.openxmlformats.org/officeDocument/2006/relationships" id="257" r:id="R6d8ab48b1e8f469d"/>
    <p:sldId xmlns:r="http://schemas.openxmlformats.org/officeDocument/2006/relationships" id="258" r:id="R24bc85f4245a4486"/>
    <p:sldId xmlns:r="http://schemas.openxmlformats.org/officeDocument/2006/relationships" id="259" r:id="Rb74cba79fc964db8"/>
    <p:sldId xmlns:r="http://schemas.openxmlformats.org/officeDocument/2006/relationships" id="260" r:id="R380031f576344ab3"/>
    <p:sldId xmlns:r="http://schemas.openxmlformats.org/officeDocument/2006/relationships" id="261" r:id="Rb404455f6fbc44fe"/>
    <p:sldId xmlns:r="http://schemas.openxmlformats.org/officeDocument/2006/relationships" id="262" r:id="R76061350e3484315"/>
    <p:sldId xmlns:r="http://schemas.openxmlformats.org/officeDocument/2006/relationships" id="263" r:id="R9be7cd4f2e9a40d6"/>
    <p:sldId xmlns:r="http://schemas.openxmlformats.org/officeDocument/2006/relationships" id="264" r:id="R101dbdaef4204b73"/>
    <p:sldId xmlns:r="http://schemas.openxmlformats.org/officeDocument/2006/relationships" id="265" r:id="R788b72fa2e61422b"/>
    <p:sldId xmlns:r="http://schemas.openxmlformats.org/officeDocument/2006/relationships" id="266" r:id="R1ab04b45be2a447e"/>
    <p:sldId xmlns:r="http://schemas.openxmlformats.org/officeDocument/2006/relationships" id="267" r:id="Ra745d89e3f0a4159"/>
    <p:sldId xmlns:r="http://schemas.openxmlformats.org/officeDocument/2006/relationships" id="268" r:id="R904e00a062d94b2c"/>
    <p:sldId xmlns:r="http://schemas.openxmlformats.org/officeDocument/2006/relationships" id="269" r:id="R5923aa50cdb0404f"/>
    <p:sldId xmlns:r="http://schemas.openxmlformats.org/officeDocument/2006/relationships" id="270" r:id="R2358e13900ce4226"/>
    <p:sldId xmlns:r="http://schemas.openxmlformats.org/officeDocument/2006/relationships" id="271" r:id="R6ecfa4ac460b40ec"/>
    <p:sldId xmlns:r="http://schemas.openxmlformats.org/officeDocument/2006/relationships" id="272" r:id="R748951aa90934f0b"/>
    <p:sldId xmlns:r="http://schemas.openxmlformats.org/officeDocument/2006/relationships" id="273" r:id="R944da685b12b4084"/>
    <p:sldId xmlns:r="http://schemas.openxmlformats.org/officeDocument/2006/relationships" id="274" r:id="R756eb63d082b466d"/>
    <p:sldId xmlns:r="http://schemas.openxmlformats.org/officeDocument/2006/relationships" id="275" r:id="Rc9b2d0d1fdc64e94"/>
    <p:sldId xmlns:r="http://schemas.openxmlformats.org/officeDocument/2006/relationships" id="276" r:id="R44f783e3ce6b4f09"/>
    <p:sldId xmlns:r="http://schemas.openxmlformats.org/officeDocument/2006/relationships" id="277" r:id="R03dd62f52b8d4afa"/>
    <p:sldId xmlns:r="http://schemas.openxmlformats.org/officeDocument/2006/relationships" id="278" r:id="R7325f1e186c34fc3"/>
    <p:sldId xmlns:r="http://schemas.openxmlformats.org/officeDocument/2006/relationships" id="279" r:id="R50f8c3e4febf4760"/>
    <p:sldId xmlns:r="http://schemas.openxmlformats.org/officeDocument/2006/relationships" id="280" r:id="R05eee5764d2d46a4"/>
    <p:sldId xmlns:r="http://schemas.openxmlformats.org/officeDocument/2006/relationships" id="281" r:id="Rce9e479b55584471"/>
    <p:sldId xmlns:r="http://schemas.openxmlformats.org/officeDocument/2006/relationships" id="282" r:id="R9ec63cb1ceb64c37"/>
    <p:sldId xmlns:r="http://schemas.openxmlformats.org/officeDocument/2006/relationships" id="283" r:id="Rd96b2ffa3ee24971"/>
    <p:sldId xmlns:r="http://schemas.openxmlformats.org/officeDocument/2006/relationships" id="284" r:id="R1ad2f65999e644a2"/>
    <p:sldId xmlns:r="http://schemas.openxmlformats.org/officeDocument/2006/relationships" id="285" r:id="R9a7a10ccd852408e"/>
    <p:sldId xmlns:r="http://schemas.openxmlformats.org/officeDocument/2006/relationships" id="286" r:id="R1952007a24374547"/>
    <p:sldId xmlns:r="http://schemas.openxmlformats.org/officeDocument/2006/relationships" id="287" r:id="R2bbcc340b9ae439f"/>
    <p:sldId xmlns:r="http://schemas.openxmlformats.org/officeDocument/2006/relationships" id="288" r:id="R78e8fa3d3d1549cb"/>
    <p:sldId xmlns:r="http://schemas.openxmlformats.org/officeDocument/2006/relationships" id="289" r:id="R17ec08a8d1e94774"/>
    <p:sldId xmlns:r="http://schemas.openxmlformats.org/officeDocument/2006/relationships" id="290" r:id="R9fd781785029485d"/>
    <p:sldId xmlns:r="http://schemas.openxmlformats.org/officeDocument/2006/relationships" id="291" r:id="R598e82d3b0d74ac1"/>
    <p:sldId xmlns:r="http://schemas.openxmlformats.org/officeDocument/2006/relationships" id="292" r:id="R4e6bb106935c4eb9"/>
    <p:sldId xmlns:r="http://schemas.openxmlformats.org/officeDocument/2006/relationships" id="293" r:id="Re1937bfc2765416f"/>
    <p:sldId xmlns:r="http://schemas.openxmlformats.org/officeDocument/2006/relationships" id="294" r:id="Ra2ac2b8956fc49af"/>
    <p:sldId xmlns:r="http://schemas.openxmlformats.org/officeDocument/2006/relationships" id="295" r:id="Re6c35c6588994624"/>
    <p:sldId xmlns:r="http://schemas.openxmlformats.org/officeDocument/2006/relationships" id="296" r:id="R251ae83e502c480d"/>
    <p:sldId xmlns:r="http://schemas.openxmlformats.org/officeDocument/2006/relationships" id="297" r:id="R4309f1e8ce5147bb"/>
    <p:sldId xmlns:r="http://schemas.openxmlformats.org/officeDocument/2006/relationships" id="298" r:id="Rac8ed369285a49c8"/>
    <p:sldId xmlns:r="http://schemas.openxmlformats.org/officeDocument/2006/relationships" id="299" r:id="R731fd373e3464f65"/>
    <p:sldId xmlns:r="http://schemas.openxmlformats.org/officeDocument/2006/relationships" id="300" r:id="R2db02a5d0e774d2b"/>
    <p:sldId xmlns:r="http://schemas.openxmlformats.org/officeDocument/2006/relationships" id="301" r:id="Re437ddfac1c04bb3"/>
    <p:sldId xmlns:r="http://schemas.openxmlformats.org/officeDocument/2006/relationships" id="302" r:id="R3999e475dce54e91"/>
    <p:sldId xmlns:r="http://schemas.openxmlformats.org/officeDocument/2006/relationships" id="303" r:id="R43635e5a61d240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5a8ecb4a7640ad" /><Relationship Type="http://schemas.openxmlformats.org/officeDocument/2006/relationships/slideMaster" Target="/ppt/slideMasters/slideMaster1.xml" Id="R4cbdce66ff4842dd" /><Relationship Type="http://schemas.openxmlformats.org/officeDocument/2006/relationships/notesMaster" Target="/ppt/notesMasters/notesMaster1.xml" Id="R04d2ac4c6d6e41f5" /><Relationship Type="http://schemas.openxmlformats.org/officeDocument/2006/relationships/presProps" Target="/ppt/presProps.xml" Id="Rc2168e6b648c4819" /><Relationship Type="http://schemas.openxmlformats.org/officeDocument/2006/relationships/tableStyles" Target="/ppt/tableStyles.xml" Id="Rf21ece8b60da4961" /><Relationship Type="http://schemas.openxmlformats.org/officeDocument/2006/relationships/slide" Target="/ppt/slides/slide1.xml" Id="Rea07f0abda9f490d" /><Relationship Type="http://schemas.openxmlformats.org/officeDocument/2006/relationships/slide" Target="/ppt/slides/slide2.xml" Id="R6d8ab48b1e8f469d" /><Relationship Type="http://schemas.openxmlformats.org/officeDocument/2006/relationships/slide" Target="/ppt/slides/slide3.xml" Id="R24bc85f4245a4486" /><Relationship Type="http://schemas.openxmlformats.org/officeDocument/2006/relationships/slide" Target="/ppt/slides/slide4.xml" Id="Rb74cba79fc964db8" /><Relationship Type="http://schemas.openxmlformats.org/officeDocument/2006/relationships/slide" Target="/ppt/slides/slide5.xml" Id="R380031f576344ab3" /><Relationship Type="http://schemas.openxmlformats.org/officeDocument/2006/relationships/slide" Target="/ppt/slides/slide6.xml" Id="Rb404455f6fbc44fe" /><Relationship Type="http://schemas.openxmlformats.org/officeDocument/2006/relationships/slide" Target="/ppt/slides/slide7.xml" Id="R76061350e3484315" /><Relationship Type="http://schemas.openxmlformats.org/officeDocument/2006/relationships/slide" Target="/ppt/slides/slide8.xml" Id="R9be7cd4f2e9a40d6" /><Relationship Type="http://schemas.openxmlformats.org/officeDocument/2006/relationships/slide" Target="/ppt/slides/slide9.xml" Id="R101dbdaef4204b73" /><Relationship Type="http://schemas.openxmlformats.org/officeDocument/2006/relationships/slide" Target="/ppt/slides/slide10.xml" Id="R788b72fa2e61422b" /><Relationship Type="http://schemas.openxmlformats.org/officeDocument/2006/relationships/slide" Target="/ppt/slides/slide11.xml" Id="R1ab04b45be2a447e" /><Relationship Type="http://schemas.openxmlformats.org/officeDocument/2006/relationships/slide" Target="/ppt/slides/slide12.xml" Id="Ra745d89e3f0a4159" /><Relationship Type="http://schemas.openxmlformats.org/officeDocument/2006/relationships/slide" Target="/ppt/slides/slide13.xml" Id="R904e00a062d94b2c" /><Relationship Type="http://schemas.openxmlformats.org/officeDocument/2006/relationships/slide" Target="/ppt/slides/slide14.xml" Id="R5923aa50cdb0404f" /><Relationship Type="http://schemas.openxmlformats.org/officeDocument/2006/relationships/slide" Target="/ppt/slides/slide15.xml" Id="R2358e13900ce4226" /><Relationship Type="http://schemas.openxmlformats.org/officeDocument/2006/relationships/slide" Target="/ppt/slides/slide16.xml" Id="R6ecfa4ac460b40ec" /><Relationship Type="http://schemas.openxmlformats.org/officeDocument/2006/relationships/slide" Target="/ppt/slides/slide17.xml" Id="R748951aa90934f0b" /><Relationship Type="http://schemas.openxmlformats.org/officeDocument/2006/relationships/slide" Target="/ppt/slides/slide18.xml" Id="R944da685b12b4084" /><Relationship Type="http://schemas.openxmlformats.org/officeDocument/2006/relationships/slide" Target="/ppt/slides/slide19.xml" Id="R756eb63d082b466d" /><Relationship Type="http://schemas.openxmlformats.org/officeDocument/2006/relationships/slide" Target="/ppt/slides/slide20.xml" Id="Rc9b2d0d1fdc64e94" /><Relationship Type="http://schemas.openxmlformats.org/officeDocument/2006/relationships/slide" Target="/ppt/slides/slide21.xml" Id="R44f783e3ce6b4f09" /><Relationship Type="http://schemas.openxmlformats.org/officeDocument/2006/relationships/slide" Target="/ppt/slides/slide22.xml" Id="R03dd62f52b8d4afa" /><Relationship Type="http://schemas.openxmlformats.org/officeDocument/2006/relationships/slide" Target="/ppt/slides/slide23.xml" Id="R7325f1e186c34fc3" /><Relationship Type="http://schemas.openxmlformats.org/officeDocument/2006/relationships/slide" Target="/ppt/slides/slide24.xml" Id="R50f8c3e4febf4760" /><Relationship Type="http://schemas.openxmlformats.org/officeDocument/2006/relationships/slide" Target="/ppt/slides/slide25.xml" Id="R05eee5764d2d46a4" /><Relationship Type="http://schemas.openxmlformats.org/officeDocument/2006/relationships/slide" Target="/ppt/slides/slide26.xml" Id="Rce9e479b55584471" /><Relationship Type="http://schemas.openxmlformats.org/officeDocument/2006/relationships/slide" Target="/ppt/slides/slide27.xml" Id="R9ec63cb1ceb64c37" /><Relationship Type="http://schemas.openxmlformats.org/officeDocument/2006/relationships/slide" Target="/ppt/slides/slide28.xml" Id="Rd96b2ffa3ee24971" /><Relationship Type="http://schemas.openxmlformats.org/officeDocument/2006/relationships/slide" Target="/ppt/slides/slide29.xml" Id="R1ad2f65999e644a2" /><Relationship Type="http://schemas.openxmlformats.org/officeDocument/2006/relationships/slide" Target="/ppt/slides/slide30.xml" Id="R9a7a10ccd852408e" /><Relationship Type="http://schemas.openxmlformats.org/officeDocument/2006/relationships/slide" Target="/ppt/slides/slide31.xml" Id="R1952007a24374547" /><Relationship Type="http://schemas.openxmlformats.org/officeDocument/2006/relationships/slide" Target="/ppt/slides/slide32.xml" Id="R2bbcc340b9ae439f" /><Relationship Type="http://schemas.openxmlformats.org/officeDocument/2006/relationships/slide" Target="/ppt/slides/slide33.xml" Id="R78e8fa3d3d1549cb" /><Relationship Type="http://schemas.openxmlformats.org/officeDocument/2006/relationships/slide" Target="/ppt/slides/slide34.xml" Id="R17ec08a8d1e94774" /><Relationship Type="http://schemas.openxmlformats.org/officeDocument/2006/relationships/slide" Target="/ppt/slides/slide35.xml" Id="R9fd781785029485d" /><Relationship Type="http://schemas.openxmlformats.org/officeDocument/2006/relationships/slide" Target="/ppt/slides/slide36.xml" Id="R598e82d3b0d74ac1" /><Relationship Type="http://schemas.openxmlformats.org/officeDocument/2006/relationships/slide" Target="/ppt/slides/slide37.xml" Id="R4e6bb106935c4eb9" /><Relationship Type="http://schemas.openxmlformats.org/officeDocument/2006/relationships/slide" Target="/ppt/slides/slide38.xml" Id="Re1937bfc2765416f" /><Relationship Type="http://schemas.openxmlformats.org/officeDocument/2006/relationships/slide" Target="/ppt/slides/slide39.xml" Id="Ra2ac2b8956fc49af" /><Relationship Type="http://schemas.openxmlformats.org/officeDocument/2006/relationships/slide" Target="/ppt/slides/slide40.xml" Id="Re6c35c6588994624" /><Relationship Type="http://schemas.openxmlformats.org/officeDocument/2006/relationships/slide" Target="/ppt/slides/slide41.xml" Id="R251ae83e502c480d" /><Relationship Type="http://schemas.openxmlformats.org/officeDocument/2006/relationships/slide" Target="/ppt/slides/slide42.xml" Id="R4309f1e8ce5147bb" /><Relationship Type="http://schemas.openxmlformats.org/officeDocument/2006/relationships/slide" Target="/ppt/slides/slide43.xml" Id="Rac8ed369285a49c8" /><Relationship Type="http://schemas.openxmlformats.org/officeDocument/2006/relationships/slide" Target="/ppt/slides/slide44.xml" Id="R731fd373e3464f65" /><Relationship Type="http://schemas.openxmlformats.org/officeDocument/2006/relationships/slide" Target="/ppt/slides/slide45.xml" Id="R2db02a5d0e774d2b" /><Relationship Type="http://schemas.openxmlformats.org/officeDocument/2006/relationships/slide" Target="/ppt/slides/slide46.xml" Id="Re437ddfac1c04bb3" /><Relationship Type="http://schemas.openxmlformats.org/officeDocument/2006/relationships/slide" Target="/ppt/slides/slide47.xml" Id="R3999e475dce54e91" /><Relationship Type="http://schemas.openxmlformats.org/officeDocument/2006/relationships/slide" Target="/ppt/slides/slide48.xml" Id="R43635e5a61d240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74ba4a4c0a49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e8d726b0e24dea" /><Relationship Type="http://schemas.openxmlformats.org/officeDocument/2006/relationships/notesMaster" Target="/ppt/notesMasters/notesMaster1.xml" Id="Rc64fdf7885ae4b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106900477a490f" /><Relationship Type="http://schemas.openxmlformats.org/officeDocument/2006/relationships/notesMaster" Target="/ppt/notesMasters/notesMaster1.xml" Id="R113e6d1f57394c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823d7b79824c82" /><Relationship Type="http://schemas.openxmlformats.org/officeDocument/2006/relationships/notesMaster" Target="/ppt/notesMasters/notesMaster1.xml" Id="Re6de4a54aeb24e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93f6811f004e08" /><Relationship Type="http://schemas.openxmlformats.org/officeDocument/2006/relationships/notesMaster" Target="/ppt/notesMasters/notesMaster1.xml" Id="R6e19b31bace44d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1f1ad3b9e84757" /><Relationship Type="http://schemas.openxmlformats.org/officeDocument/2006/relationships/notesMaster" Target="/ppt/notesMasters/notesMaster1.xml" Id="Rccb7f6d524c446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e0c8092c064a87" /><Relationship Type="http://schemas.openxmlformats.org/officeDocument/2006/relationships/notesMaster" Target="/ppt/notesMasters/notesMaster1.xml" Id="Rd5f39ca83bb644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404a4cb63247b7" /><Relationship Type="http://schemas.openxmlformats.org/officeDocument/2006/relationships/notesMaster" Target="/ppt/notesMasters/notesMaster1.xml" Id="R852f8ccb80da4a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ed7659ea7f462d" /><Relationship Type="http://schemas.openxmlformats.org/officeDocument/2006/relationships/notesMaster" Target="/ppt/notesMasters/notesMaster1.xml" Id="R1a92785faf074a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c369a6e61d4517" /><Relationship Type="http://schemas.openxmlformats.org/officeDocument/2006/relationships/notesMaster" Target="/ppt/notesMasters/notesMaster1.xml" Id="Rffc493abb4964c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8de60c48c440c8" /><Relationship Type="http://schemas.openxmlformats.org/officeDocument/2006/relationships/notesMaster" Target="/ppt/notesMasters/notesMaster1.xml" Id="R1ca6db33db0640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2268cbaafd4fbc" /><Relationship Type="http://schemas.openxmlformats.org/officeDocument/2006/relationships/notesMaster" Target="/ppt/notesMasters/notesMaster1.xml" Id="R35904d6e8b6548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37629f74a24be5" /><Relationship Type="http://schemas.openxmlformats.org/officeDocument/2006/relationships/notesMaster" Target="/ppt/notesMasters/notesMaster1.xml" Id="R45682345fd214e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b86ee4e0bc4c52" /><Relationship Type="http://schemas.openxmlformats.org/officeDocument/2006/relationships/notesMaster" Target="/ppt/notesMasters/notesMaster1.xml" Id="R4888b282c6ff49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dd5a9b4ff04575" /><Relationship Type="http://schemas.openxmlformats.org/officeDocument/2006/relationships/notesMaster" Target="/ppt/notesMasters/notesMaster1.xml" Id="R1d0c67598a5c48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964800510bb4260" /><Relationship Type="http://schemas.openxmlformats.org/officeDocument/2006/relationships/notesMaster" Target="/ppt/notesMasters/notesMaster1.xml" Id="R001eaa13445446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f8ff0f4f261416d" /><Relationship Type="http://schemas.openxmlformats.org/officeDocument/2006/relationships/notesMaster" Target="/ppt/notesMasters/notesMaster1.xml" Id="Re688490b927b43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1b59df6b7b408e" /><Relationship Type="http://schemas.openxmlformats.org/officeDocument/2006/relationships/notesMaster" Target="/ppt/notesMasters/notesMaster1.xml" Id="R775c71f19f2d437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9bcada56eeb4d18" /><Relationship Type="http://schemas.openxmlformats.org/officeDocument/2006/relationships/notesMaster" Target="/ppt/notesMasters/notesMaster1.xml" Id="R51527cbba814461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b12777b1be4977" /><Relationship Type="http://schemas.openxmlformats.org/officeDocument/2006/relationships/notesMaster" Target="/ppt/notesMasters/notesMaster1.xml" Id="R607e437c98fb422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bfa01751bb04e2b" /><Relationship Type="http://schemas.openxmlformats.org/officeDocument/2006/relationships/notesMaster" Target="/ppt/notesMasters/notesMaster1.xml" Id="R994e40854a53479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3a89b2b5d3347d8" /><Relationship Type="http://schemas.openxmlformats.org/officeDocument/2006/relationships/notesMaster" Target="/ppt/notesMasters/notesMaster1.xml" Id="Rdd5c3e8e6088466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9a0631f07654a77" /><Relationship Type="http://schemas.openxmlformats.org/officeDocument/2006/relationships/notesMaster" Target="/ppt/notesMasters/notesMaster1.xml" Id="R8a1bd0425549447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c9f74c64d434258" /><Relationship Type="http://schemas.openxmlformats.org/officeDocument/2006/relationships/notesMaster" Target="/ppt/notesMasters/notesMaster1.xml" Id="R8b70aa316a944d1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5fcba783d444797" /><Relationship Type="http://schemas.openxmlformats.org/officeDocument/2006/relationships/notesMaster" Target="/ppt/notesMasters/notesMaster1.xml" Id="R33fda037eabb4fc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ae818f49c784524" /><Relationship Type="http://schemas.openxmlformats.org/officeDocument/2006/relationships/notesMaster" Target="/ppt/notesMasters/notesMaster1.xml" Id="Rc68fb201e973429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071f51a15ae4448" /><Relationship Type="http://schemas.openxmlformats.org/officeDocument/2006/relationships/notesMaster" Target="/ppt/notesMasters/notesMaster1.xml" Id="Rdd19f4a20e0d4ed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545090c41074bf9" /><Relationship Type="http://schemas.openxmlformats.org/officeDocument/2006/relationships/notesMaster" Target="/ppt/notesMasters/notesMaster1.xml" Id="R167adbc576af48b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5308329a7924f50" /><Relationship Type="http://schemas.openxmlformats.org/officeDocument/2006/relationships/notesMaster" Target="/ppt/notesMasters/notesMaster1.xml" Id="R3dcce4700594449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6a64c391cd14987" /><Relationship Type="http://schemas.openxmlformats.org/officeDocument/2006/relationships/notesMaster" Target="/ppt/notesMasters/notesMaster1.xml" Id="Rd97a843ca3884b7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f5bcb9c6e7b4b33" /><Relationship Type="http://schemas.openxmlformats.org/officeDocument/2006/relationships/notesMaster" Target="/ppt/notesMasters/notesMaster1.xml" Id="R82fa20bc9591482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0553fae18f54eb8" /><Relationship Type="http://schemas.openxmlformats.org/officeDocument/2006/relationships/notesMaster" Target="/ppt/notesMasters/notesMaster1.xml" Id="Rd8509adb852a491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2f97622f2ad4a4f" /><Relationship Type="http://schemas.openxmlformats.org/officeDocument/2006/relationships/notesMaster" Target="/ppt/notesMasters/notesMaster1.xml" Id="R0a807cec4432441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3cf65cfe7474e07" /><Relationship Type="http://schemas.openxmlformats.org/officeDocument/2006/relationships/notesMaster" Target="/ppt/notesMasters/notesMaster1.xml" Id="R96a3bce5043348b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494d050ebeb4050" /><Relationship Type="http://schemas.openxmlformats.org/officeDocument/2006/relationships/notesMaster" Target="/ppt/notesMasters/notesMaster1.xml" Id="R921b398baca246f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983ef9d915044bb" /><Relationship Type="http://schemas.openxmlformats.org/officeDocument/2006/relationships/notesMaster" Target="/ppt/notesMasters/notesMaster1.xml" Id="R9673bf2897f24c7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19a377feb824059" /><Relationship Type="http://schemas.openxmlformats.org/officeDocument/2006/relationships/notesMaster" Target="/ppt/notesMasters/notesMaster1.xml" Id="R8bd449f7b70c429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5a469ca1d264956" /><Relationship Type="http://schemas.openxmlformats.org/officeDocument/2006/relationships/notesMaster" Target="/ppt/notesMasters/notesMaster1.xml" Id="R7ba976624cfc464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9030dec3ae94ae0" /><Relationship Type="http://schemas.openxmlformats.org/officeDocument/2006/relationships/notesMaster" Target="/ppt/notesMasters/notesMaster1.xml" Id="R57896c7be710418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e0d2e8e28d84be7" /><Relationship Type="http://schemas.openxmlformats.org/officeDocument/2006/relationships/notesMaster" Target="/ppt/notesMasters/notesMaster1.xml" Id="R75f919547712431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0c890c7809749fe" /><Relationship Type="http://schemas.openxmlformats.org/officeDocument/2006/relationships/notesMaster" Target="/ppt/notesMasters/notesMaster1.xml" Id="Ra25d408e88bf44f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d5ef150df8d4361" /><Relationship Type="http://schemas.openxmlformats.org/officeDocument/2006/relationships/notesMaster" Target="/ppt/notesMasters/notesMaster1.xml" Id="R268d9813aaa343d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37d1782bec8488e" /><Relationship Type="http://schemas.openxmlformats.org/officeDocument/2006/relationships/notesMaster" Target="/ppt/notesMasters/notesMaster1.xml" Id="R5220db56d7e8439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e55aa99eb8d4a5d" /><Relationship Type="http://schemas.openxmlformats.org/officeDocument/2006/relationships/notesMaster" Target="/ppt/notesMasters/notesMaster1.xml" Id="Recb9f2e39136400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b00ea9b3da34b9a" /><Relationship Type="http://schemas.openxmlformats.org/officeDocument/2006/relationships/notesMaster" Target="/ppt/notesMasters/notesMaster1.xml" Id="Re557f42c1fec404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676239c91034e7e" /><Relationship Type="http://schemas.openxmlformats.org/officeDocument/2006/relationships/notesMaster" Target="/ppt/notesMasters/notesMaster1.xml" Id="Rc13cd03456454b5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963cc72fd99448d" /><Relationship Type="http://schemas.openxmlformats.org/officeDocument/2006/relationships/notesMaster" Target="/ppt/notesMasters/notesMaster1.xml" Id="Re9830c9588c7442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8fd8247c3914857" /><Relationship Type="http://schemas.openxmlformats.org/officeDocument/2006/relationships/notesMaster" Target="/ppt/notesMasters/notesMaster1.xml" Id="Rcbe12da2300f441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c79ad68a23d47f0" /><Relationship Type="http://schemas.openxmlformats.org/officeDocument/2006/relationships/notesMaster" Target="/ppt/notesMasters/notesMaster1.xml" Id="R4ed366c0337a4d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b69a2bdd941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d8af16de16448e" /><Relationship Type="http://schemas.openxmlformats.org/officeDocument/2006/relationships/slideLayout" Target="/ppt/slideLayouts/slideLayout1.xml" Id="Ra54f6ccdaf0844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4f6ccdaf0844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f1d85cc7541f3" /><Relationship Type="http://schemas.openxmlformats.org/officeDocument/2006/relationships/notesSlide" Target="/ppt/notesSlides/notesSlide1.xml" Id="R71d0b9e263eb4a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2222db64d4f31" /><Relationship Type="http://schemas.openxmlformats.org/officeDocument/2006/relationships/notesSlide" Target="/ppt/notesSlides/notesSlide2.xml" Id="Re163d4598c9b47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fa65e4d594313" /><Relationship Type="http://schemas.openxmlformats.org/officeDocument/2006/relationships/notesSlide" Target="/ppt/notesSlides/notesSlide3.xml" Id="R271590744dee43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f0ff8d2be4115" /><Relationship Type="http://schemas.openxmlformats.org/officeDocument/2006/relationships/notesSlide" Target="/ppt/notesSlides/notesSlide4.xml" Id="Rb7e2dbce8e524a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c4ee95ea84b67" /><Relationship Type="http://schemas.openxmlformats.org/officeDocument/2006/relationships/notesSlide" Target="/ppt/notesSlides/notesSlide5.xml" Id="R4c9ba4797de741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908f23119401c" /><Relationship Type="http://schemas.openxmlformats.org/officeDocument/2006/relationships/notesSlide" Target="/ppt/notesSlides/notesSlide6.xml" Id="Rd04278d55c0543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f06f579d74817" /><Relationship Type="http://schemas.openxmlformats.org/officeDocument/2006/relationships/notesSlide" Target="/ppt/notesSlides/notesSlide7.xml" Id="R4eb3cca8d1d54d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843b192c54757" /><Relationship Type="http://schemas.openxmlformats.org/officeDocument/2006/relationships/notesSlide" Target="/ppt/notesSlides/notesSlide8.xml" Id="R94dde90ffc014a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22305a8a94ba8" /><Relationship Type="http://schemas.openxmlformats.org/officeDocument/2006/relationships/notesSlide" Target="/ppt/notesSlides/notesSlide9.xml" Id="R842823231f844d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3da20496a479f" /><Relationship Type="http://schemas.openxmlformats.org/officeDocument/2006/relationships/notesSlide" Target="/ppt/notesSlides/notesSlide10.xml" Id="R461a7db99e1447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89985c1fa4807" /><Relationship Type="http://schemas.openxmlformats.org/officeDocument/2006/relationships/notesSlide" Target="/ppt/notesSlides/notesSlide11.xml" Id="Rbdae543d3e2d43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c9ec750c14e94" /><Relationship Type="http://schemas.openxmlformats.org/officeDocument/2006/relationships/notesSlide" Target="/ppt/notesSlides/notesSlide12.xml" Id="R04ca851f1f8246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63edc9be841d9" /><Relationship Type="http://schemas.openxmlformats.org/officeDocument/2006/relationships/notesSlide" Target="/ppt/notesSlides/notesSlide13.xml" Id="Rf2795ca8983445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138c19b6e43ca" /><Relationship Type="http://schemas.openxmlformats.org/officeDocument/2006/relationships/notesSlide" Target="/ppt/notesSlides/notesSlide14.xml" Id="R264bd14487014c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98d48da20466d" /><Relationship Type="http://schemas.openxmlformats.org/officeDocument/2006/relationships/notesSlide" Target="/ppt/notesSlides/notesSlide15.xml" Id="Rf7a7ab7b349246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de04baad94c58" /><Relationship Type="http://schemas.openxmlformats.org/officeDocument/2006/relationships/notesSlide" Target="/ppt/notesSlides/notesSlide16.xml" Id="Rc39ea18b859443a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fd1184efe42a5" /><Relationship Type="http://schemas.openxmlformats.org/officeDocument/2006/relationships/notesSlide" Target="/ppt/notesSlides/notesSlide17.xml" Id="R7d30863a1d144d6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f56a2c57647bc" /><Relationship Type="http://schemas.openxmlformats.org/officeDocument/2006/relationships/notesSlide" Target="/ppt/notesSlides/notesSlide18.xml" Id="R82a80e0f20ca461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fdafc17c54a20" /><Relationship Type="http://schemas.openxmlformats.org/officeDocument/2006/relationships/notesSlide" Target="/ppt/notesSlides/notesSlide19.xml" Id="R964e4cd5c93f44f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d1de548254f4d" /><Relationship Type="http://schemas.openxmlformats.org/officeDocument/2006/relationships/notesSlide" Target="/ppt/notesSlides/notesSlide20.xml" Id="R57a977037711439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6490d5d8f4ea9" /><Relationship Type="http://schemas.openxmlformats.org/officeDocument/2006/relationships/notesSlide" Target="/ppt/notesSlides/notesSlide21.xml" Id="R478bf54f063844a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221b063844813" /><Relationship Type="http://schemas.openxmlformats.org/officeDocument/2006/relationships/notesSlide" Target="/ppt/notesSlides/notesSlide22.xml" Id="Rd438137600214e9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4e20cb31a45ac" /><Relationship Type="http://schemas.openxmlformats.org/officeDocument/2006/relationships/notesSlide" Target="/ppt/notesSlides/notesSlide23.xml" Id="Ra514950ca6cf43c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d8f95c667480c" /><Relationship Type="http://schemas.openxmlformats.org/officeDocument/2006/relationships/notesSlide" Target="/ppt/notesSlides/notesSlide24.xml" Id="R76d1e72ba6294d9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0f80594ab423e" /><Relationship Type="http://schemas.openxmlformats.org/officeDocument/2006/relationships/notesSlide" Target="/ppt/notesSlides/notesSlide25.xml" Id="R76fcd9c054b9442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2007dd11d4066" /><Relationship Type="http://schemas.openxmlformats.org/officeDocument/2006/relationships/notesSlide" Target="/ppt/notesSlides/notesSlide26.xml" Id="Raef4998450e54c3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bc4807d5a45f6" /><Relationship Type="http://schemas.openxmlformats.org/officeDocument/2006/relationships/notesSlide" Target="/ppt/notesSlides/notesSlide27.xml" Id="R61e1774c2bb9438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7b8998f2648bd" /><Relationship Type="http://schemas.openxmlformats.org/officeDocument/2006/relationships/notesSlide" Target="/ppt/notesSlides/notesSlide28.xml" Id="R4039af941eea445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908c7b64d46ce" /><Relationship Type="http://schemas.openxmlformats.org/officeDocument/2006/relationships/notesSlide" Target="/ppt/notesSlides/notesSlide29.xml" Id="R3eec8ec8b17d447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8524cde514efb" /><Relationship Type="http://schemas.openxmlformats.org/officeDocument/2006/relationships/notesSlide" Target="/ppt/notesSlides/notesSlide30.xml" Id="R0ae9eb09db7c467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48dc9baf344aa" /><Relationship Type="http://schemas.openxmlformats.org/officeDocument/2006/relationships/notesSlide" Target="/ppt/notesSlides/notesSlide31.xml" Id="Rf3cf6be599db4e5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a40b25c1a4f7c" /><Relationship Type="http://schemas.openxmlformats.org/officeDocument/2006/relationships/notesSlide" Target="/ppt/notesSlides/notesSlide32.xml" Id="R8ba5c32ee690428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a9eabd870410e" /><Relationship Type="http://schemas.openxmlformats.org/officeDocument/2006/relationships/notesSlide" Target="/ppt/notesSlides/notesSlide33.xml" Id="R3b70a88e9a354cb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4d00535e44cda" /><Relationship Type="http://schemas.openxmlformats.org/officeDocument/2006/relationships/notesSlide" Target="/ppt/notesSlides/notesSlide34.xml" Id="R34af9cedc53a43d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983a9b7764ba9" /><Relationship Type="http://schemas.openxmlformats.org/officeDocument/2006/relationships/notesSlide" Target="/ppt/notesSlides/notesSlide35.xml" Id="R9b0a8966b2964c8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ae5d3791042ac" /><Relationship Type="http://schemas.openxmlformats.org/officeDocument/2006/relationships/notesSlide" Target="/ppt/notesSlides/notesSlide36.xml" Id="R5be32f32194740f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b4991b9694e8a" /><Relationship Type="http://schemas.openxmlformats.org/officeDocument/2006/relationships/notesSlide" Target="/ppt/notesSlides/notesSlide37.xml" Id="R4458ea07730b4e5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bdca68ac64f27" /><Relationship Type="http://schemas.openxmlformats.org/officeDocument/2006/relationships/notesSlide" Target="/ppt/notesSlides/notesSlide38.xml" Id="Ra34e4ca8ad98439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b116c429049db" /><Relationship Type="http://schemas.openxmlformats.org/officeDocument/2006/relationships/notesSlide" Target="/ppt/notesSlides/notesSlide39.xml" Id="R6ec75f2476d4464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133e31dac48f1" /><Relationship Type="http://schemas.openxmlformats.org/officeDocument/2006/relationships/notesSlide" Target="/ppt/notesSlides/notesSlide40.xml" Id="R83f4a4d9e6404b8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7c8e8316c4d81" /><Relationship Type="http://schemas.openxmlformats.org/officeDocument/2006/relationships/notesSlide" Target="/ppt/notesSlides/notesSlide41.xml" Id="R9754afa04c0f4d1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d48ff39a446d3" /><Relationship Type="http://schemas.openxmlformats.org/officeDocument/2006/relationships/notesSlide" Target="/ppt/notesSlides/notesSlide42.xml" Id="R43dd3364b5d7445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2aab65055466a" /><Relationship Type="http://schemas.openxmlformats.org/officeDocument/2006/relationships/notesSlide" Target="/ppt/notesSlides/notesSlide43.xml" Id="R2f2a58b5f54f4c2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60242e12143c1" /><Relationship Type="http://schemas.openxmlformats.org/officeDocument/2006/relationships/notesSlide" Target="/ppt/notesSlides/notesSlide44.xml" Id="Re58b98e6608d45b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93042300d48c5" /><Relationship Type="http://schemas.openxmlformats.org/officeDocument/2006/relationships/notesSlide" Target="/ppt/notesSlides/notesSlide45.xml" Id="Rad24b0c5b4e6450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b82e9fb3b4d4e" /><Relationship Type="http://schemas.openxmlformats.org/officeDocument/2006/relationships/notesSlide" Target="/ppt/notesSlides/notesSlide46.xml" Id="R6d80a8efa51748a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6633f3f3d49c7" /><Relationship Type="http://schemas.openxmlformats.org/officeDocument/2006/relationships/notesSlide" Target="/ppt/notesSlides/notesSlide47.xml" Id="R099a5148ddcd4da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8f0382f2d4819" /><Relationship Type="http://schemas.openxmlformats.org/officeDocument/2006/relationships/notesSlide" Target="/ppt/notesSlides/notesSlide48.xml" Id="Rec5218ff0aea46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D156A-66CA-40C7-BEE7-F012D350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4A3E0-B9CF-4666-9E74-BFF607F1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開場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90682-EA1D-459C-AAE8-6A5D226A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733DE-D8BC-4411-B4CC-22AD1E8A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不會寫程式，照樣做出一款真的遊戲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C0828-1DAB-43CB-8BBB-CF405CC7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27A"/>
                </a:solidFill>
              </a:defRPr>
            </a:pPr>
            <a:r>
              <a:rPr sz="1950" b="0">
                <a:solidFill>
                  <a:srgbClr val="53627A"/>
                </a:solidFill>
              </a:rPr>
              <a:t>兩小時零基礎實作工作坊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2E857-98EB-47CD-8A0B-1E0E5245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8FB87-34E6-4123-B5CE-3C022B42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57375"/>
            <a:ext cx="1714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想法</a:t>
            </a:r>
          </a:p>
          <a:p xmlns:a="http://schemas.openxmlformats.org/drawingml/2006/main">
            <a:pPr algn="ctr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＋ AI</a:t>
            </a:r>
          </a:p>
          <a:p xmlns:a="http://schemas.openxmlformats.org/drawingml/2006/main">
            <a:pPr algn="ctr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＝ 作品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B0D25-41B4-4610-AF0D-0B33E234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769900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21DE2-C6C8-42B8-B5E2-5066B513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55E0A-5362-4230-9E6F-7634DDEC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開場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4047B-A953-4EE8-B467-F2DD38AF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B8F34-B95F-48A1-B043-E8941D39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先玩終點，再開始學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8A62C-00A0-4293-8EB4-3D10DC51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3238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7F788-7E48-4151-AE3C-6610E2DB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247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跟做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驗收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存檔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DF76A-EE4D-41B8-8D4E-8BF5595E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打開 CP06：15 回合、NPC、結算與重玩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322BD-0199-47E5-8A44-8229B16D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0016732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7ADD8-1D0F-4326-A655-2465DD52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024F9-80E5-456A-8D13-7F4E17B6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開場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20A3D-308A-40B0-AB27-7439B98A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0080F-B92D-4C2C-90A4-C47C5891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我有財商教育構想，但不會寫程式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BE79C-ADED-4B01-9E20-2AF9C423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38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B7939A-F266-4305-AFC0-572F8238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952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這正是 FinFlow 的真實起點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4F18A-9C46-4E18-9A9B-B4F9B0B7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先說清楚，再動手。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D7A62-0DBF-4139-85E8-1E5A0447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4093589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80725-DC23-481C-BC1E-C76ED5EC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0B749-D6EB-477D-8BF4-CFEC2793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開場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57092-5FDB-446A-AA33-E2553F6D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20E6B-D06D-4065-94A5-55497AB4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AI 不是魔法按鈕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7BA96-3DFC-466B-9361-A1C3BE06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962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你決策、AI 動手；你仍負責驗收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62282-D80A-493C-BEB4-F408B2C1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38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6E644-16D2-4388-A8AD-8A8CA7EE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現在請做：用一個可觀察結果證明你完成了。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C5B69-9AE1-45E6-B4F1-EA711AD7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4416370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E19CF-52AA-4DDE-BEC7-3F567925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CC2D9-26FC-4DDD-A3B1-E61D1039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開場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A7109-14A4-44CC-8C96-E42D03F6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D91A7-A24B-4951-B332-46C58017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今天要帶走四個成果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9C245-7B46-4236-9622-FE5345AB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11827"/>
                </a:solidFill>
              </a:defRPr>
            </a:pPr>
            <a:r>
              <a:rPr sz="2325" b="0">
                <a:solidFill>
                  <a:srgbClr val="111827"/>
                </a:solidFill>
              </a:rPr>
              <a:t>會動的頁面、規格、Bug 回報、Git 存檔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A648F-8D10-4EF8-93D2-BF35D6F4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E4ABD-D84D-4F18-BBDC-786EDC5C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20751307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B32D6-1E02-491D-B04E-048BC211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E6D61-8944-4436-A383-17B32326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開場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B1814-A5FC-4002-8A15-70BBB6D6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29FC2-A742-4B7E-9629-298F55E7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第一個承諾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0B2EB-8969-41EF-8B23-7CF17ED6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3238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CC634-1737-4AE8-BC44-55C2B472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247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跟做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驗收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存檔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87125-391D-4E46-BFA0-77E99CC0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25 分鐘內，讓一個按鈕真的動起來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C3EC6-F5BE-4134-89E9-14F3FAA7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3229779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3DD81-98D3-4FA0-B5CA-FF2D1A08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31778-EEF3-488F-BB84-0D3DF3FE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第一個成功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9E167-C6A1-4DC8-A106-EDDA93FA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B407D-B6FF-4F26-AC2A-93752748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打開 CP01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0C025-C523-48EF-877B-05D77C2B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38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95FDF-433C-43B8-84C6-035F6C15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952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先不要讀程式碼，直接用瀏覽器開啟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82E91-1B38-438C-B50A-391512B5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先說清楚，再動手。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C924B-6A62-47E2-816F-8A2A4BBD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9900900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EAD5F-F1F8-4970-840C-590B3EB8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62F33-E6AE-4BA9-BFC4-19EC6116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第一個成功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4F706-E7B8-4C68-95E9-0727FEEF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DF2BC-CDA9-4A52-B7C0-FF117EEC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按一下，分數增加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817A4-6EB4-43BD-9621-FED57782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962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先確認基準版正常，才開始修改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E9FFA-D54C-440B-BBEA-D0333784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38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A7322-C1A1-44EA-AFE5-5CDC7A44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現在請做：用一個可觀察結果證明你完成了。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11326-9C0B-4020-842B-90F6948E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6862002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B2962-97F0-4E4E-901A-BE06E9C0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5EB13-8AE2-4628-AC3F-A6236A8E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第一個成功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55CDD-568C-44D2-8257-36345846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E06A6-B833-4A5A-8C42-510E4C7A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把它改成你的作品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8FCFF-CC1B-45BD-ADCA-5C59141F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11827"/>
                </a:solidFill>
              </a:defRPr>
            </a:pPr>
            <a:r>
              <a:rPr sz="2325" b="0">
                <a:solidFill>
                  <a:srgbClr val="111827"/>
                </a:solidFill>
              </a:rPr>
              <a:t>修改標題、按鈕文字與分數規則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5A9E8-03B8-4561-9684-26C1F482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E6018-5952-4F5E-B5EF-08E278EF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8693144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18932-E907-44D0-A2F4-DCC3AAC3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BD6AC-89F4-4975-A884-352F0DAC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第一個成功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3BE58-EB5B-4392-A95B-AF3C704C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3A981-8132-41A8-80D1-3689B414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一次只改一件事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7DBF0-4BCC-406C-8CD0-130296FA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3238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9C536-1E26-4CD8-8113-AD9D32FF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247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跟做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驗收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存檔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FE3BE-B272-4533-9EC0-880B1391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改完立刻重新整理、操作、比較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A420E-BE6B-4E0B-8405-FCF25F03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4452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AB43B-C452-4946-BFF2-0B981D33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F894A-2CA1-4C68-A2F4-B767CB50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第一個成功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E5D01-3AF8-4AEF-8BD2-5D08E828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11DAF-03F6-4316-9EEB-9CA5340F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AI 說完成，不代表完成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38B7C-DED5-4786-B91A-B3908F5D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38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9135D-EBC7-49D6-882D-35809F4F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952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你必須親手走一次操作流程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7FBFD-D517-45DB-933A-B5EBE4F1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先說清楚，再動手。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4F850-2416-415A-B144-8B56C3EA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1507902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84A55-E0DE-4250-A75F-C6680934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91AF0-C0E7-4D8F-91D9-09841E99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第一個成功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2BEDF-8426-48EC-AEDD-5F09D0C4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C7A1D-D8E4-4C3C-9C12-B3C340A7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存檔點：第一個作品會動了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83422-8D1C-4D36-8874-D54A775E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962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保留正常版本，接下來才敢繼續改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ECE75-0B59-4CEF-9AE2-6158611E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38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0B566-DA26-4B65-B115-D21540CA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現在請做：用一個可觀察結果證明你完成了。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EB16F-F47E-4B43-B8FC-37D6B8C6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3893450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23F2E-D037-4B30-A3A1-4955BF21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B56DA-FD40-499A-8E62-F2E7BA29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題目與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5DDED-241D-47F1-8A17-A0E67C06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C45A8-C24D-4BE7-A1CA-A99259E9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好題目通常藏在生活裡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3C861-016E-4B33-BF94-4B092A37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11827"/>
                </a:solidFill>
              </a:defRPr>
            </a:pPr>
            <a:r>
              <a:rPr sz="2325" b="0">
                <a:solidFill>
                  <a:srgbClr val="111827"/>
                </a:solidFill>
              </a:rPr>
              <a:t>從自己看過、痛過、反覆遇到的問題開始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A6B79-048B-4011-A617-DEA51A7F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51188-1608-4ED0-83F4-31ED078A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904666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FA62B-2702-4D93-8597-BF6E79DA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57001-C300-4C74-8CC8-A71B68B7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題目與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F3FAA-03EA-4B79-849A-1871EAA0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B279F-A07C-48F3-8353-55DC9A5A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一句話說清楚作品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F82E2-6827-4B2B-9613-6A5B114D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3238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FE01B-0226-421B-A1AE-F0022BF5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247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跟做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驗收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存檔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DA426-D245-4B1E-9FA5-A8D1010B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給誰＋解決什麼＋怎麼互動＋得到什麼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66572-E6FE-4BBF-BA6C-89878C94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7951277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1AC9D-AEE3-45DD-A167-D4688FE5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2DA1D-C8EC-4FD3-9EF7-60E69D19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題目與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D40CF-FEFC-4C17-8235-1485AEB0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CFF8D-EA96-493E-8290-80162E70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借鏡不是抄襲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74FBB-6457-46BE-85CB-B536A555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38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C0BF2-5A32-4737-B0C0-8A9EB8AE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952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拆出有效機制，再換成自己的情境與內容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903D9-A3E1-49CC-BD46-0D62B2F2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先說清楚，再動手。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7BF0F-460C-489D-AF2D-8FFB4C30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9888580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10D3A-7047-487B-A788-72F9688F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1C6D0-5179-4C50-9BA1-747C8867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題目與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B920A-B897-4A9C-913C-9A1C323C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91461-5D98-47E4-82E7-37DFF2F1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最小可玩，不是最小可想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5FF2D-C158-4178-B622-226FCACA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962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必須有開始、選擇與結果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C771A-DA22-452D-AEE0-56D8A567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38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EFDE5-5191-4D9E-AF25-50708035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現在請做：用一個可觀察結果證明你完成了。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08FC1-85FB-4540-842A-37674C92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3201758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461E6-888F-429B-BBA7-299B89A4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E46CC-6747-4269-966E-AF34A4DC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題目與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182FD-D5AE-4302-A1F8-B37F01C5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AFC65-18D5-4809-BE77-CEA7792E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把功能分成三堆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447A8-A079-4BFE-A576-26172ACB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11827"/>
                </a:solidFill>
              </a:defRPr>
            </a:pPr>
            <a:r>
              <a:rPr sz="2325" b="0">
                <a:solidFill>
                  <a:srgbClr val="111827"/>
                </a:solidFill>
              </a:rPr>
              <a:t>現在做／之後做／也許不做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F5A60-C92A-463C-A1DD-ED28216B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88C54-C7FC-4D98-BB4F-4660FBC6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5361261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41E51-8D13-42F5-A369-E13A53A9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7C8E4-CFB2-42DB-BB37-D8B0BA0C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題目與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668C9-10AB-4D25-B1DA-1D073C65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D93F2-7E2F-420F-B367-81329AE8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FinFlow 沒有一開始就做多人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AFAAE-21EB-4D59-A3F8-C3D24F41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3238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A1F8D-FCF9-4D05-A42C-80C91B25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247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跟做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驗收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存檔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64671-0BE1-4D2D-976B-61AD1942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先讓單機規則跑完，再處理同步與房間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99EC8-FE94-4EAC-BAF3-B2672BA8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20894955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FEE26-9754-4557-A1B3-E6F8B8AB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B1459-1CEA-48F6-BC26-5CAADC87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AI 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F829D-79F8-4406-B263-6DEA0422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7B244-A427-4C45-AD8C-CA008B7A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你與 AI 各自負責什麼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37ADF-1AF9-4610-BFE3-F0F83FCF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38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5DC7D-A456-4E49-A6F0-8885B45F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952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你定目標與驗收；AI 提案、實作、測試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B8A76-95E1-4384-9A0F-0A81B0B6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先說清楚，再動手。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026A1-09D5-4CF9-BB1B-12D996D2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927065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3D5BD-ECBF-4E0A-A16A-D4CC3016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401BA-7C53-471B-B97F-46D7502A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AI 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24DC3-CF6A-4AF3-857B-A66870C6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8D018-70BB-4238-853C-4B4FD142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模糊需求沒有共同答案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AFACC-411D-42CD-9E7B-4D4E1025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962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「漂亮一點」不能被客觀驗收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0BEE2-2809-4AB1-92C2-B873DB54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38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FF13A-C5DD-419C-9429-AF26324E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現在請做：用一個可觀察結果證明你完成了。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48E3A-64C3-4DF4-90AE-4C940302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0895376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75831-2EA8-44E1-99DE-36454191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C06D0-6B7E-406A-9460-C2FD5E45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AI 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91A3D-4305-4167-BFCB-889B1E40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D0CBB-A39A-4EC7-A731-99C20672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四格需求模板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98622-DD55-4CF6-B91E-9631A2B2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11827"/>
                </a:solidFill>
              </a:defRPr>
            </a:pPr>
            <a:r>
              <a:rPr sz="2325" b="0">
                <a:solidFill>
                  <a:srgbClr val="111827"/>
                </a:solidFill>
              </a:rPr>
              <a:t>目標、使用者、限制、交付格式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CB187-7E5E-4AC9-859F-832A66CA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2E136-3214-46A8-A42F-7B74BEE9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8212040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04C56-1259-4E35-8E3E-E9C262CF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F85A7-6816-495C-9061-26E51528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AI 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EE77E-29CF-4B82-B664-22FA3A27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53A5A-CE6B-4B81-8E6E-E2091C8B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先規格，後程式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5828D-E376-4927-A2C8-68D49F68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3238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F0E1D-EC81-420F-88BA-EB174877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247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跟做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驗收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存檔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AB12A-7F51-4507-9CDD-355AC68D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文字是零基礎者也能掌握的審核點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49F75-CD3E-4C10-A3FF-FA8048C4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6273799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A9D43-3664-4DC8-B25B-CBC6661B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49660-8D1A-493F-8C45-1C6C76E5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AI 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1A0A0-1169-4817-9E41-0A3976AE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A9BA8-8597-4CF4-9F72-A7476C3A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要求 AI 先復述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D4A47-7C06-4BB2-B887-9641EFF6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38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C5CF6-7B1D-4153-819B-3439D772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952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理解一致後才准動工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21470-A11D-43E6-9218-F4D4F767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先說清楚，再動手。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A7FFA-1C94-495F-9579-E0C31DA2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51946602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69DAA-729E-4FA1-AF9E-4A0EB6B1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80CEB-2A47-40EC-A56F-01E243D6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AI 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2CBCE-8EF6-40EE-9C5B-216C6C90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F2B70-E570-49B4-A71A-D1B4B65D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交付必須附驗證方式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6B7E7-1ED6-4293-BF2C-F182591C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962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完整檔案、摘要、測試、未知事項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A5964-863B-4122-942F-A0BD9F18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38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A5776-55C3-457D-AD0D-28141A12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現在請做：用一個可觀察結果證明你完成了。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19F19-6909-4D6C-AC28-7E878A15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00624499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2C13C-10DC-4A2A-9D4E-4F21C2BE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BDBF9-6AE3-4EA2-9604-A4E3C818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DEBUG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5393A-3724-4CA9-9009-3922824C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2E6E3-674E-4206-97FE-26A1E9FF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Bug 回報只需要四格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022BD-E336-41EC-96D5-AECB6F0C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11827"/>
                </a:solidFill>
              </a:defRPr>
            </a:pPr>
            <a:r>
              <a:rPr sz="2325" b="0">
                <a:solidFill>
                  <a:srgbClr val="111827"/>
                </a:solidFill>
              </a:rPr>
              <a:t>操作、預期、實際、證據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0AB0D-97D9-44B9-AE20-0AC9AFC5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4BD7C-2BFB-4423-94F0-1E796707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96433616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220DD-5B50-4B76-AA08-0AA74084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2C57B-B321-49E5-BF65-791AFE7F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DEBUG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0A34E-9CDA-4C05-A555-5115FAC5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70D17-DC45-4E65-B748-17350312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截圖是新手的除錯語言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10E92-6F64-408A-AC15-C377C363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3238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1D94E-5A82-48A8-8B43-9B9CB543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247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重現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修正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測試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350A8-326E-49CB-AF55-3A9C1351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圈出位置，附上按了什麼與前後狀態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2CD27-947A-44E0-8E17-0EDACB98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50582672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18573-314E-48D0-8A3A-9CF45820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43016-C116-4B85-A9ED-EBFD006B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DEBUG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F3DE2-230D-4AE8-A910-5B0A2398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BB0D0-E09A-4665-9B28-41698EC4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怪符號要追根因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52B96-921A-4DFA-8D98-F7541E8C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38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BC3B8-DBC4-4259-9B7C-F6CA7DB4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952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不是把畫面換掉，而是處理編碼與資料來源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8B7C4-279E-485B-BE7D-02079E5A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先說清楚，再動手。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08368-D86A-4D3D-87EE-ADC2BB58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209363665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34A66-5E46-470A-8C4E-D3914296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6F43B-95AB-4B58-B018-01963F2C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DEBUG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98806-082A-49CA-87F8-721DF229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468C3-3EF1-4D0C-9C84-5D55B12C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NaN 也能用白話回報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FD359-DA91-4BCD-8C15-A95BBB6F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962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忠實寫出位置與前後數字，不必先懂型別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44DE1-8890-4168-B54A-049064B1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38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67DA5-B95A-44C9-AB7A-A9184D15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現在請做：用一個可觀察結果證明你完成了。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CE9FA-2E24-4994-B4A7-80C73252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31011043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C71D6-FB83-4B06-BEDE-E031C958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2D4F2-A59C-4D42-89C8-ECDD01E6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DEBUG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DCC30-37C6-4413-ABB6-2B37E266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44183-CC62-4E78-87DA-B68259E2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NPC 商城死鎖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3C2B5-4102-48D7-B63E-A1DC43E0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11827"/>
                </a:solidFill>
              </a:defRPr>
            </a:pPr>
            <a:r>
              <a:rPr sz="2325" b="0">
                <a:solidFill>
                  <a:srgbClr val="111827"/>
                </a:solidFill>
              </a:rPr>
              <a:t>電腦一直重試不能做的動作，遊戲就不前進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43C29-D036-4DF2-B144-D94990F2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29C6F-3E79-48ED-89B4-B1392E17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72576411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9B0D1-8303-4EBD-A95D-9DF40CAD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4AFCD-37D1-4E16-8CB5-342F5142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DEBUG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C946B-11B4-442F-91DE-6570A756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ED532-CCFA-4D36-B998-FD6C8876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修好要留下陷阱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4291F-E92E-48A1-93BA-A6F9548A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3238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7F1FE-1E6D-449D-BBA7-E1EFAC6B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247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重現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修正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測試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CE11E-695B-4B52-987D-707964FF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回歸測試讓同一隻蟲下次立刻被抓到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F48F4-2F89-4235-9D3F-66AB04D7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77317470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28E80-5160-4D92-A950-E92746AE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41872-0D04-4320-95CD-154D3B0E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7A851-7B79-4F3E-883A-631BEBE8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FF906-ED24-4685-9DF9-B751815A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GitHub 是作品的時光機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8284C-E5A4-437D-A561-8C58FABE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38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128B0-3845-44BE-B576-F755E489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952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Repository 是專案櫃；commit 是存檔；push 是上雲端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EAEF2-2E58-40C5-B904-ED47F4A5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先說清楚，再動手。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2ECF3-1C41-48A9-A676-5EF7FB24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214363428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C5FD0-14E1-4376-A184-17A8E636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BA1B1-46F0-4B10-89E1-D560F496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4AA60-CD6E-4386-BC13-6F1E8FA2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0835B-0E74-4A67-A63B-4B4511B6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Commit 要讓人看得懂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A2150-30B1-42F3-821E-6CB8A00A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962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說明改了什麼，以及如何驗證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71C7B-6000-423B-A70C-CC7F4531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38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D0D82-E89C-42E0-AA41-5840ABF0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現在請做：用一個可觀察結果證明你完成了。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15201-A1D2-40BA-A21D-9BC3AD1E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94309806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85D94C-44F4-4456-A888-9CA5FE52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7389B-DA14-4044-B204-51353DE6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6CADB-BEB4-41AF-984D-B58A5C9B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E29FF-08E2-42A2-8C72-9E33A5F8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先存正常版，再試新功能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44A9C-F9FB-4D5C-8DFC-775F4DDE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11827"/>
                </a:solidFill>
              </a:defRPr>
            </a:pPr>
            <a:r>
              <a:rPr sz="2325" b="0">
                <a:solidFill>
                  <a:srgbClr val="111827"/>
                </a:solidFill>
              </a:rPr>
              <a:t>失敗時才能回到清楚的起點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FC23B-2005-4608-807C-1564DAFB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8867D-69E3-4C61-BAD2-EA79B667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2863014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44574-9FEB-4A13-A788-1D5F3437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F4B67-FD2D-4B07-B90D-C9545DEB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E86A7-97A1-49D3-A231-21FED417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14948-8F91-4C17-A107-4A1E1E49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分支是在副本上試驗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460BA-8693-4414-808A-9E0BC7D1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3238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D60F9-6D8F-4F99-B4E9-DB733A2A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247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跟做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驗收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存檔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A557E-D855-4D6F-A49D-D65566FA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不要直接拿唯一正常版本冒險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D65FD-4985-4B47-9822-39B25EE7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59053496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0B26A-DA26-4A16-BA13-675584BF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0E0A6-FC04-4BF5-B586-5B477B11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3061C-80A3-419C-BABE-06FE2EBC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2D581-3513-4564-BCFB-37D7230D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Pages 把作品變成網址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072E5-28D8-4B60-9D71-31984457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38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85462-D6BD-4882-84DA-E34B6D3B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952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朋友不用安裝，也能直接打開測試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07316-EA7F-4D67-9235-A316D2B1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先說清楚，再動手。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CE514-47B2-4E9F-B1B8-2EE2E0CC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56352229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05867-DE7B-4AB3-8663-7545061B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97016-EA53-48DA-BF24-24AE1A2C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57056-0B04-4262-B532-BF336A7C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BC393-B1DE-4836-9BEF-C62B5A0D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存檔點：別人能打開你的作品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852A0-C975-4498-8AC2-7367DA5C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962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從另一台裝置驗證公開網址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376B4-2B9A-4DA4-8F2C-82456860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38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24C27-8AED-4639-8DA1-68EC4DFF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現在請做：用一個可觀察結果證明你完成了。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E6EDD-510C-4A2C-B3C4-43F2C0EE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46783559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515A8-9334-4766-957D-BDE8B0AB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537A6-F525-4EE4-B65B-C0E7C441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互測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983BC-E829-43C8-BEF3-8CD6ECBE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3852F-4390-478F-A8AE-11B9C92B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你永遠測不完自己的盲點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EF764-D0DC-41EC-8A81-592C5B92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11827"/>
                </a:solidFill>
              </a:defRPr>
            </a:pPr>
            <a:r>
              <a:rPr sz="2325" b="0">
                <a:solidFill>
                  <a:srgbClr val="111827"/>
                </a:solidFill>
              </a:rPr>
              <a:t>作者會下意識避開錯誤路徑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ADFEC-51D2-4E7B-B848-21829864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C232B-9B7D-4792-912F-83E236D3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02202622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050E9-9450-4B57-817A-AA9CA7DB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9F6C7-21BA-4013-AEEB-052EA415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互測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DB003-418A-4B87-8427-D98A1DCA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A5292-46EA-4E3B-ADD8-FA9C33ED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不要教測試者怎麼玩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8E9D5-44A5-4EB4-BDB8-F3E2B2FC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3238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F0ACA-7B35-4924-A871-50E9F64B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247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跟做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驗收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存檔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A38D7-8BD2-4F18-8B1D-8019AE11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觀察他的第一步與第一次卡住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F98E9-6DA8-48DF-9EE4-5F9E4D02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79896500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D507B-0402-4C08-80C0-4AAA9464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0DC0E-60D4-4623-A586-4F274E52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互測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51F77-E8AE-4F7D-B390-BF40D596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C6F6D-24B5-4C40-9B3C-A458D62A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只問三個問題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D7C6C-906C-42F9-89DD-3A757922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38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7DF03-48CB-4AB7-B462-726622AE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952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卡在哪、哪裡意外、會不會再玩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4E080-250C-46C0-AE87-C04D67EF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先說清楚，再動手。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078BB-CB28-42A6-8994-C93D75D7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63232125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C7333-D735-4A6F-AEAD-9BC8D991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C8405-7D77-490D-AC7D-F246842B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互測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F0358-01E2-40E6-AEDB-0A52E185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943F3-EA49-4CC8-8437-D806914C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S19 三人抓出五個 Bug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CF39F-8485-4F94-BAA4-EA8D5E4D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962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真實使用者就是邊界條件生成器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28C60-55DE-45B6-AC82-F6CC0E98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38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64AE6-0562-4178-A275-2B3AD660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現在請做：用一個可觀察結果證明你完成了。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5D461-E823-423D-A4E5-B212F6D6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9675457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B0E12-26FC-4863-80A9-CC62101C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B893B-7264-4AB9-AC12-07AF95AB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互測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0676D-11E4-4088-9153-086C3B20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4503D-F79C-4566-9F0E-6D08745E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回饋不是命令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C7802-224F-4548-AB18-CFD67406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11827"/>
                </a:solidFill>
              </a:defRPr>
            </a:pPr>
            <a:r>
              <a:rPr sz="2325" b="0">
                <a:solidFill>
                  <a:srgbClr val="111827"/>
                </a:solidFill>
              </a:rPr>
              <a:t>先找出問題，再決定解法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10CBD-FAE3-46C3-84FE-E0E6EF8A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904FA-485E-4EC0-B481-5D246F6E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81790465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925FD-1F73-4F4E-87C6-C406939B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8DC8C-BBCE-4C19-BA72-B144AA41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互測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A0806-21FE-40E1-9215-F9CF1440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87D73-D0BE-47A0-B505-1C3AFE0E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把很難用翻譯成可驗證需求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D3A39-DF03-4D58-8592-5E51019B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3238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8244C-7F5D-4345-AC1E-03A63EBD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247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跟做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驗收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存檔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BFC99-CC33-4972-AB6D-022D0557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問清楚動作、預期與實際結果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6C4AE-402D-4DB8-810C-C74F4FFC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94544582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3B1CC-AEFD-47E0-AFB1-52BA44A5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DFF2B-AFDD-48A2-B8EB-909FEE43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收尾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30E9D-78C7-49C1-8D4A-BD8274B6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F2213-946F-4F3F-80D1-F614A386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今天你走完一個產品循環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64D58-6D44-40FC-802D-7517E3A7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38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F2847-5A6B-4CC1-9846-EA2F9AAD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952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想法、規格、實作、測試、版本、分享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059D1-50D2-4903-847A-6B396DA7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先說清楚，再動手。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32B2C-76C0-4865-A0D8-B6C2BAFA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16117916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93B5A-AFE3-4A5E-BABC-DB433271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05611-DEEC-46AC-8986-4151C430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收尾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2BBA0-E78A-4DCD-B294-29C5BA53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838F2-CAEE-402D-9D9B-243269AB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下一步不是增加十個功能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B4A8C-27B9-4BD0-A864-EB189F3A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962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只選 CP02～CP06 的下一個 checkpoint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2E0C9-DE6F-4884-8F9D-AB17B3AB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38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7F94D-565D-4DB2-A948-22F1E8E0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現在請做：用一個可觀察結果證明你完成了。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CC195-7564-4BCB-AF02-395B5570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9008945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73D12-28CE-486E-9AB4-74AD81BA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C7D81-902B-4947-976A-190D2679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收尾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AAFAC-65F3-4D94-A268-BF6B18D0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3C21E-61C2-457D-8742-BA6AA890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完成比完美更重要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89500-428C-4CE0-9368-8A1B9218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38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11827"/>
                </a:solidFill>
              </a:defRPr>
            </a:pPr>
            <a:r>
              <a:rPr sz="2325" b="0">
                <a:solidFill>
                  <a:srgbClr val="111827"/>
                </a:solidFill>
              </a:rPr>
              <a:t>每次只增加一點，再留下證據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3A8CD-D6F9-44C7-8C8C-17763E42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38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4B7BF-A121-4D6C-A279-3D2E207F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71602477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2AE5F-164C-4557-A803-90A8F165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57A77-ACF9-42D1-B52F-A2702D11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收尾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14E74-990F-43AC-AF53-0E329DDE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46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B61FF-DD77-47A3-8623-37C85171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你的作品可以換成任何主題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74EBC4-8C3A-4F69-A111-1E2FCD66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3238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B25F9-F87A-438D-A9BD-BBCF7542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247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跟做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驗收</a:t>
            </a:r>
          </a:p>
          <a:p xmlns:a="http://schemas.openxmlformats.org/drawingml/2006/main">
            <a:pPr algn="ctr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→ 存檔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D1273-F21F-44AE-A8E0-6F12D1DE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</a:defRPr>
            </a:pPr>
            <a:r>
              <a:rPr sz="2100" b="0">
                <a:solidFill>
                  <a:srgbClr val="111827"/>
                </a:solidFill>
              </a:rPr>
              <a:t>財商、創業、健康、旅遊、學習或職涯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485B0-7D9F-4B94-91F2-D010EEEE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211700831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88978-1540-46AE-892C-978DD846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B66C6-EF5A-4D50-A9AB-CE720388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收尾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A6651-8A4B-4AB2-B5F3-BECE64BF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47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780B1-F7BF-4BE5-B3A8-2A130949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你已經不是只會使用工具的人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3C98E-656E-4EC8-9420-920B1876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382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45121-6430-48EF-BA2D-0A0CD412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952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你能把想法變成可操作、可驗收的作品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2CC79-A1B9-475E-B779-E3EFDD11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先說清楚，再動手。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B27CA-90D8-4782-BDD2-6E1D47C4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147041971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D9388-7C12-4EF3-A2E6-AFD6D2C8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3680C-68ED-415D-B93F-7D3A6684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27A"/>
                </a:solidFill>
              </a:defRPr>
            </a:pPr>
            <a:r>
              <a:rPr sz="1125" b="1">
                <a:solidFill>
                  <a:srgbClr val="53627A"/>
                </a:solidFill>
              </a:rPr>
              <a:t>收尾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306AC-1100-49EE-AB4E-9EA86F1D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48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25C18-68D9-4B4C-909A-5A5CEDED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下一座山，由你決定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2E282-1219-4483-8FCC-C8DE647E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962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</a:defRPr>
            </a:pPr>
            <a:r>
              <a:rPr sz="2250" b="0">
                <a:solidFill>
                  <a:srgbClr val="111827"/>
                </a:solidFill>
              </a:rPr>
              <a:t>多人連線、卡牌編輯器、內容包或正式產品化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8B54D-7453-46D3-9E97-FBDEE69A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38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83974-1A4D-4793-B0D3-CD51E030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A"/>
                </a:solidFill>
              </a:defRPr>
            </a:pPr>
            <a:r>
              <a:rPr sz="1650" b="1">
                <a:solidFill>
                  <a:srgbClr val="53627A"/>
                </a:solidFill>
              </a:rPr>
              <a:t>現在請做：用一個可觀察結果證明你完成了。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1313D-9AC2-4ED2-8170-40073D93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3627A"/>
                </a:solidFill>
              </a:defRPr>
            </a:pPr>
            <a:r>
              <a:rPr sz="825" b="1">
                <a:solidFill>
                  <a:srgbClr val="53627A"/>
                </a:solidFill>
              </a:rPr>
              <a:t>FINFLOW CHATGPT COURSE · 2-HOUR WORKSHOP · v0.8</a:t>
            </a:r>
          </a:p>
        </p:txBody>
      </p:sp>
    </p:spTree>
    <p:extLst>
      <p:ext uri="{BB962C8B-B14F-4D97-AF65-F5344CB8AC3E}">
        <p14:creationId xmlns:p14="http://schemas.microsoft.com/office/powerpoint/2010/main" val="780147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2026-09-01T13:04:36.5960000Z</dcterms:created>
  <dcterms:modified xsi:type="dcterms:W3CDTF">2026-09-01T13:04:36.5960000Z</dcterms:modified>
</coreProperties>
</file>