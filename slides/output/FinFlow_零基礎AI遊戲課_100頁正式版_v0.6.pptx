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24e4208144182" /><Relationship Type="http://schemas.openxmlformats.org/officeDocument/2006/relationships/extended-properties" Target="/docProps/app.xml" Id="R9b34fff2eee54d4d" /><Relationship Type="http://schemas.openxmlformats.org/officeDocument/2006/relationships/officeDocument" Target="/ppt/presentation.xml" Id="R1e925c842f9b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bb85c1f9c4b9c"/>
  </p:sldMasterIdLst>
  <p:notesMasterIdLst>
    <p:notesMasterId xmlns:r="http://schemas.openxmlformats.org/officeDocument/2006/relationships" r:id="R38e15b9535844bde"/>
  </p:notesMasterIdLst>
  <p:sldIdLst>
    <p:sldId xmlns:r="http://schemas.openxmlformats.org/officeDocument/2006/relationships" id="256" r:id="Re88079a2d20d4246"/>
    <p:sldId xmlns:r="http://schemas.openxmlformats.org/officeDocument/2006/relationships" id="257" r:id="Rdca7d43e747e4117"/>
    <p:sldId xmlns:r="http://schemas.openxmlformats.org/officeDocument/2006/relationships" id="258" r:id="Rfa02a52e9c4f42bf"/>
    <p:sldId xmlns:r="http://schemas.openxmlformats.org/officeDocument/2006/relationships" id="259" r:id="R94bf7a92683743fb"/>
    <p:sldId xmlns:r="http://schemas.openxmlformats.org/officeDocument/2006/relationships" id="260" r:id="R5a5d9f91ad6a44d8"/>
    <p:sldId xmlns:r="http://schemas.openxmlformats.org/officeDocument/2006/relationships" id="261" r:id="R089570c50b19498c"/>
    <p:sldId xmlns:r="http://schemas.openxmlformats.org/officeDocument/2006/relationships" id="262" r:id="Rb73cfa30e2e34c3b"/>
    <p:sldId xmlns:r="http://schemas.openxmlformats.org/officeDocument/2006/relationships" id="263" r:id="R49827c6bca7649c7"/>
    <p:sldId xmlns:r="http://schemas.openxmlformats.org/officeDocument/2006/relationships" id="264" r:id="R9b1ea4852e6141d7"/>
    <p:sldId xmlns:r="http://schemas.openxmlformats.org/officeDocument/2006/relationships" id="265" r:id="R7b7b3df8d5134bb5"/>
    <p:sldId xmlns:r="http://schemas.openxmlformats.org/officeDocument/2006/relationships" id="266" r:id="Ra48494ba0d484652"/>
    <p:sldId xmlns:r="http://schemas.openxmlformats.org/officeDocument/2006/relationships" id="267" r:id="R6ff9335dce774d21"/>
    <p:sldId xmlns:r="http://schemas.openxmlformats.org/officeDocument/2006/relationships" id="268" r:id="Rb5e13e070be746ab"/>
    <p:sldId xmlns:r="http://schemas.openxmlformats.org/officeDocument/2006/relationships" id="269" r:id="Rdeb3d74438b94228"/>
    <p:sldId xmlns:r="http://schemas.openxmlformats.org/officeDocument/2006/relationships" id="270" r:id="R0b1f9fd0ef6b4cf3"/>
    <p:sldId xmlns:r="http://schemas.openxmlformats.org/officeDocument/2006/relationships" id="271" r:id="R7112af731c6f4629"/>
    <p:sldId xmlns:r="http://schemas.openxmlformats.org/officeDocument/2006/relationships" id="272" r:id="Rdb07362aab2a4f50"/>
    <p:sldId xmlns:r="http://schemas.openxmlformats.org/officeDocument/2006/relationships" id="273" r:id="Rdde447484ba24bed"/>
    <p:sldId xmlns:r="http://schemas.openxmlformats.org/officeDocument/2006/relationships" id="274" r:id="Rfda9f7f7f3584d71"/>
    <p:sldId xmlns:r="http://schemas.openxmlformats.org/officeDocument/2006/relationships" id="275" r:id="Reba1e098ee574bfc"/>
    <p:sldId xmlns:r="http://schemas.openxmlformats.org/officeDocument/2006/relationships" id="276" r:id="Rd48f9af63a664157"/>
    <p:sldId xmlns:r="http://schemas.openxmlformats.org/officeDocument/2006/relationships" id="277" r:id="Rf7dda20b84f744dd"/>
    <p:sldId xmlns:r="http://schemas.openxmlformats.org/officeDocument/2006/relationships" id="278" r:id="R7815a1a0304d4788"/>
    <p:sldId xmlns:r="http://schemas.openxmlformats.org/officeDocument/2006/relationships" id="279" r:id="R783c34332bea4061"/>
    <p:sldId xmlns:r="http://schemas.openxmlformats.org/officeDocument/2006/relationships" id="280" r:id="R2576925159294e63"/>
    <p:sldId xmlns:r="http://schemas.openxmlformats.org/officeDocument/2006/relationships" id="281" r:id="Rc46e30c2e83c41b2"/>
    <p:sldId xmlns:r="http://schemas.openxmlformats.org/officeDocument/2006/relationships" id="282" r:id="Rc929fc5b49c649bd"/>
    <p:sldId xmlns:r="http://schemas.openxmlformats.org/officeDocument/2006/relationships" id="283" r:id="R50cebd049391474e"/>
    <p:sldId xmlns:r="http://schemas.openxmlformats.org/officeDocument/2006/relationships" id="284" r:id="Rc6cfc6f91a5c42d6"/>
    <p:sldId xmlns:r="http://schemas.openxmlformats.org/officeDocument/2006/relationships" id="285" r:id="Re14ac1b031574550"/>
    <p:sldId xmlns:r="http://schemas.openxmlformats.org/officeDocument/2006/relationships" id="286" r:id="Rf1548f4db0bd48fe"/>
    <p:sldId xmlns:r="http://schemas.openxmlformats.org/officeDocument/2006/relationships" id="287" r:id="R064e205d785e48a6"/>
    <p:sldId xmlns:r="http://schemas.openxmlformats.org/officeDocument/2006/relationships" id="288" r:id="Rddcebd24243a43cb"/>
    <p:sldId xmlns:r="http://schemas.openxmlformats.org/officeDocument/2006/relationships" id="289" r:id="Rf1998ecf15394047"/>
    <p:sldId xmlns:r="http://schemas.openxmlformats.org/officeDocument/2006/relationships" id="290" r:id="Rfd4ada47c5204954"/>
    <p:sldId xmlns:r="http://schemas.openxmlformats.org/officeDocument/2006/relationships" id="291" r:id="R59df0b4cc5874531"/>
    <p:sldId xmlns:r="http://schemas.openxmlformats.org/officeDocument/2006/relationships" id="292" r:id="Rb5d959053cb944b0"/>
    <p:sldId xmlns:r="http://schemas.openxmlformats.org/officeDocument/2006/relationships" id="293" r:id="R0f89eff116e84dd5"/>
    <p:sldId xmlns:r="http://schemas.openxmlformats.org/officeDocument/2006/relationships" id="294" r:id="R4abb27745a0e4263"/>
    <p:sldId xmlns:r="http://schemas.openxmlformats.org/officeDocument/2006/relationships" id="295" r:id="Rc7cdd48120d54a19"/>
    <p:sldId xmlns:r="http://schemas.openxmlformats.org/officeDocument/2006/relationships" id="296" r:id="R44178af429044d23"/>
    <p:sldId xmlns:r="http://schemas.openxmlformats.org/officeDocument/2006/relationships" id="297" r:id="R5218a45e9ae34b18"/>
    <p:sldId xmlns:r="http://schemas.openxmlformats.org/officeDocument/2006/relationships" id="298" r:id="Rb7779d40367f48b5"/>
    <p:sldId xmlns:r="http://schemas.openxmlformats.org/officeDocument/2006/relationships" id="299" r:id="Rfa51425d83c24a24"/>
    <p:sldId xmlns:r="http://schemas.openxmlformats.org/officeDocument/2006/relationships" id="300" r:id="R5959aa6d5a564dc5"/>
    <p:sldId xmlns:r="http://schemas.openxmlformats.org/officeDocument/2006/relationships" id="301" r:id="Rdb9847aa3ebb4b30"/>
    <p:sldId xmlns:r="http://schemas.openxmlformats.org/officeDocument/2006/relationships" id="302" r:id="Rd9126f12a8134136"/>
    <p:sldId xmlns:r="http://schemas.openxmlformats.org/officeDocument/2006/relationships" id="303" r:id="Rb156c26673e84ae7"/>
    <p:sldId xmlns:r="http://schemas.openxmlformats.org/officeDocument/2006/relationships" id="304" r:id="R497f028c87a94a1b"/>
    <p:sldId xmlns:r="http://schemas.openxmlformats.org/officeDocument/2006/relationships" id="305" r:id="Re5284af43a064761"/>
    <p:sldId xmlns:r="http://schemas.openxmlformats.org/officeDocument/2006/relationships" id="306" r:id="R49c50358378542a5"/>
    <p:sldId xmlns:r="http://schemas.openxmlformats.org/officeDocument/2006/relationships" id="307" r:id="Ra2564d82f6b747c8"/>
    <p:sldId xmlns:r="http://schemas.openxmlformats.org/officeDocument/2006/relationships" id="308" r:id="Ra9fcda9021c94ffb"/>
    <p:sldId xmlns:r="http://schemas.openxmlformats.org/officeDocument/2006/relationships" id="309" r:id="Rd85898e18a1e4a46"/>
    <p:sldId xmlns:r="http://schemas.openxmlformats.org/officeDocument/2006/relationships" id="310" r:id="Raa0100788f37489f"/>
    <p:sldId xmlns:r="http://schemas.openxmlformats.org/officeDocument/2006/relationships" id="311" r:id="Rd0c35414275240c9"/>
    <p:sldId xmlns:r="http://schemas.openxmlformats.org/officeDocument/2006/relationships" id="312" r:id="Rdb7a5f392e2149dc"/>
    <p:sldId xmlns:r="http://schemas.openxmlformats.org/officeDocument/2006/relationships" id="313" r:id="R9b5d92d1af2a4833"/>
    <p:sldId xmlns:r="http://schemas.openxmlformats.org/officeDocument/2006/relationships" id="314" r:id="Re65943c5d24f458e"/>
    <p:sldId xmlns:r="http://schemas.openxmlformats.org/officeDocument/2006/relationships" id="315" r:id="R50cecaf4696947b9"/>
    <p:sldId xmlns:r="http://schemas.openxmlformats.org/officeDocument/2006/relationships" id="316" r:id="Rb7621ac611064bb0"/>
    <p:sldId xmlns:r="http://schemas.openxmlformats.org/officeDocument/2006/relationships" id="317" r:id="Rc263c0f72e6343ce"/>
    <p:sldId xmlns:r="http://schemas.openxmlformats.org/officeDocument/2006/relationships" id="318" r:id="R19abd778437246f9"/>
    <p:sldId xmlns:r="http://schemas.openxmlformats.org/officeDocument/2006/relationships" id="319" r:id="R6f0cf8d216b64c74"/>
    <p:sldId xmlns:r="http://schemas.openxmlformats.org/officeDocument/2006/relationships" id="320" r:id="R9cf840c1f2324f52"/>
    <p:sldId xmlns:r="http://schemas.openxmlformats.org/officeDocument/2006/relationships" id="321" r:id="R0bec64a7c1be421c"/>
    <p:sldId xmlns:r="http://schemas.openxmlformats.org/officeDocument/2006/relationships" id="322" r:id="Racaab257f8db467c"/>
    <p:sldId xmlns:r="http://schemas.openxmlformats.org/officeDocument/2006/relationships" id="323" r:id="Raafe4c791b504339"/>
    <p:sldId xmlns:r="http://schemas.openxmlformats.org/officeDocument/2006/relationships" id="324" r:id="R03cd743c8bca481b"/>
    <p:sldId xmlns:r="http://schemas.openxmlformats.org/officeDocument/2006/relationships" id="325" r:id="R4f77538efdd842b5"/>
    <p:sldId xmlns:r="http://schemas.openxmlformats.org/officeDocument/2006/relationships" id="326" r:id="Rd7e84fa3ef9c4906"/>
    <p:sldId xmlns:r="http://schemas.openxmlformats.org/officeDocument/2006/relationships" id="327" r:id="R0048df71b9154cb0"/>
    <p:sldId xmlns:r="http://schemas.openxmlformats.org/officeDocument/2006/relationships" id="328" r:id="R85885a3c24804c91"/>
    <p:sldId xmlns:r="http://schemas.openxmlformats.org/officeDocument/2006/relationships" id="329" r:id="R89c9a75477724cd6"/>
    <p:sldId xmlns:r="http://schemas.openxmlformats.org/officeDocument/2006/relationships" id="330" r:id="Rdb3ecbfef2d240f6"/>
    <p:sldId xmlns:r="http://schemas.openxmlformats.org/officeDocument/2006/relationships" id="331" r:id="Rb5427d4f50a24b33"/>
    <p:sldId xmlns:r="http://schemas.openxmlformats.org/officeDocument/2006/relationships" id="332" r:id="Rc810b3cddde34aca"/>
    <p:sldId xmlns:r="http://schemas.openxmlformats.org/officeDocument/2006/relationships" id="333" r:id="Rd0b573fc16954d96"/>
    <p:sldId xmlns:r="http://schemas.openxmlformats.org/officeDocument/2006/relationships" id="334" r:id="Rd673c656ebf34b4c"/>
    <p:sldId xmlns:r="http://schemas.openxmlformats.org/officeDocument/2006/relationships" id="335" r:id="R60ceeba527f54800"/>
    <p:sldId xmlns:r="http://schemas.openxmlformats.org/officeDocument/2006/relationships" id="336" r:id="Ra08caa846e6b4c36"/>
    <p:sldId xmlns:r="http://schemas.openxmlformats.org/officeDocument/2006/relationships" id="337" r:id="Rc6c921534052480f"/>
    <p:sldId xmlns:r="http://schemas.openxmlformats.org/officeDocument/2006/relationships" id="338" r:id="Rd374c5256cdf4c4e"/>
    <p:sldId xmlns:r="http://schemas.openxmlformats.org/officeDocument/2006/relationships" id="339" r:id="R4463f8a6615f4d51"/>
    <p:sldId xmlns:r="http://schemas.openxmlformats.org/officeDocument/2006/relationships" id="340" r:id="R0e9b3a60127145df"/>
    <p:sldId xmlns:r="http://schemas.openxmlformats.org/officeDocument/2006/relationships" id="341" r:id="R0e70916785294f5e"/>
    <p:sldId xmlns:r="http://schemas.openxmlformats.org/officeDocument/2006/relationships" id="342" r:id="R77d98536729f4675"/>
    <p:sldId xmlns:r="http://schemas.openxmlformats.org/officeDocument/2006/relationships" id="343" r:id="R6fa5adb0b9244a61"/>
    <p:sldId xmlns:r="http://schemas.openxmlformats.org/officeDocument/2006/relationships" id="344" r:id="R324fb70dc6ab407a"/>
    <p:sldId xmlns:r="http://schemas.openxmlformats.org/officeDocument/2006/relationships" id="345" r:id="Rce0221fe1b9e4345"/>
    <p:sldId xmlns:r="http://schemas.openxmlformats.org/officeDocument/2006/relationships" id="346" r:id="R6fb17b857b844312"/>
    <p:sldId xmlns:r="http://schemas.openxmlformats.org/officeDocument/2006/relationships" id="347" r:id="R9734f9032b334e5a"/>
    <p:sldId xmlns:r="http://schemas.openxmlformats.org/officeDocument/2006/relationships" id="348" r:id="Rc0cf369db0be4f4a"/>
    <p:sldId xmlns:r="http://schemas.openxmlformats.org/officeDocument/2006/relationships" id="349" r:id="Rfbce01b495cb44a8"/>
    <p:sldId xmlns:r="http://schemas.openxmlformats.org/officeDocument/2006/relationships" id="350" r:id="Ra6b9e021cac24095"/>
    <p:sldId xmlns:r="http://schemas.openxmlformats.org/officeDocument/2006/relationships" id="351" r:id="R802ed6ef605c4e25"/>
    <p:sldId xmlns:r="http://schemas.openxmlformats.org/officeDocument/2006/relationships" id="352" r:id="Rf47f0a79a3f24923"/>
    <p:sldId xmlns:r="http://schemas.openxmlformats.org/officeDocument/2006/relationships" id="353" r:id="R50b76780d0bc4aad"/>
    <p:sldId xmlns:r="http://schemas.openxmlformats.org/officeDocument/2006/relationships" id="354" r:id="R7ee3f1e2eac044ba"/>
    <p:sldId xmlns:r="http://schemas.openxmlformats.org/officeDocument/2006/relationships" id="355" r:id="R60b66860b5ab41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a5b75a9b94b77" /><Relationship Type="http://schemas.openxmlformats.org/officeDocument/2006/relationships/slideMaster" Target="/ppt/slideMasters/slideMaster1.xml" Id="R123bb85c1f9c4b9c" /><Relationship Type="http://schemas.openxmlformats.org/officeDocument/2006/relationships/notesMaster" Target="/ppt/notesMasters/notesMaster1.xml" Id="R38e15b9535844bde" /><Relationship Type="http://schemas.openxmlformats.org/officeDocument/2006/relationships/presProps" Target="/ppt/presProps.xml" Id="R05dd699b110342e8" /><Relationship Type="http://schemas.openxmlformats.org/officeDocument/2006/relationships/tableStyles" Target="/ppt/tableStyles.xml" Id="R7fb52dc256974f7a" /><Relationship Type="http://schemas.openxmlformats.org/officeDocument/2006/relationships/slide" Target="/ppt/slides/slide1.xml" Id="Re88079a2d20d4246" /><Relationship Type="http://schemas.openxmlformats.org/officeDocument/2006/relationships/slide" Target="/ppt/slides/slide2.xml" Id="Rdca7d43e747e4117" /><Relationship Type="http://schemas.openxmlformats.org/officeDocument/2006/relationships/slide" Target="/ppt/slides/slide3.xml" Id="Rfa02a52e9c4f42bf" /><Relationship Type="http://schemas.openxmlformats.org/officeDocument/2006/relationships/slide" Target="/ppt/slides/slide4.xml" Id="R94bf7a92683743fb" /><Relationship Type="http://schemas.openxmlformats.org/officeDocument/2006/relationships/slide" Target="/ppt/slides/slide5.xml" Id="R5a5d9f91ad6a44d8" /><Relationship Type="http://schemas.openxmlformats.org/officeDocument/2006/relationships/slide" Target="/ppt/slides/slide6.xml" Id="R089570c50b19498c" /><Relationship Type="http://schemas.openxmlformats.org/officeDocument/2006/relationships/slide" Target="/ppt/slides/slide7.xml" Id="Rb73cfa30e2e34c3b" /><Relationship Type="http://schemas.openxmlformats.org/officeDocument/2006/relationships/slide" Target="/ppt/slides/slide8.xml" Id="R49827c6bca7649c7" /><Relationship Type="http://schemas.openxmlformats.org/officeDocument/2006/relationships/slide" Target="/ppt/slides/slide9.xml" Id="R9b1ea4852e6141d7" /><Relationship Type="http://schemas.openxmlformats.org/officeDocument/2006/relationships/slide" Target="/ppt/slides/slide10.xml" Id="R7b7b3df8d5134bb5" /><Relationship Type="http://schemas.openxmlformats.org/officeDocument/2006/relationships/slide" Target="/ppt/slides/slide11.xml" Id="Ra48494ba0d484652" /><Relationship Type="http://schemas.openxmlformats.org/officeDocument/2006/relationships/slide" Target="/ppt/slides/slide12.xml" Id="R6ff9335dce774d21" /><Relationship Type="http://schemas.openxmlformats.org/officeDocument/2006/relationships/slide" Target="/ppt/slides/slide13.xml" Id="Rb5e13e070be746ab" /><Relationship Type="http://schemas.openxmlformats.org/officeDocument/2006/relationships/slide" Target="/ppt/slides/slide14.xml" Id="Rdeb3d74438b94228" /><Relationship Type="http://schemas.openxmlformats.org/officeDocument/2006/relationships/slide" Target="/ppt/slides/slide15.xml" Id="R0b1f9fd0ef6b4cf3" /><Relationship Type="http://schemas.openxmlformats.org/officeDocument/2006/relationships/slide" Target="/ppt/slides/slide16.xml" Id="R7112af731c6f4629" /><Relationship Type="http://schemas.openxmlformats.org/officeDocument/2006/relationships/slide" Target="/ppt/slides/slide17.xml" Id="Rdb07362aab2a4f50" /><Relationship Type="http://schemas.openxmlformats.org/officeDocument/2006/relationships/slide" Target="/ppt/slides/slide18.xml" Id="Rdde447484ba24bed" /><Relationship Type="http://schemas.openxmlformats.org/officeDocument/2006/relationships/slide" Target="/ppt/slides/slide19.xml" Id="Rfda9f7f7f3584d71" /><Relationship Type="http://schemas.openxmlformats.org/officeDocument/2006/relationships/slide" Target="/ppt/slides/slide20.xml" Id="Reba1e098ee574bfc" /><Relationship Type="http://schemas.openxmlformats.org/officeDocument/2006/relationships/slide" Target="/ppt/slides/slide21.xml" Id="Rd48f9af63a664157" /><Relationship Type="http://schemas.openxmlformats.org/officeDocument/2006/relationships/slide" Target="/ppt/slides/slide22.xml" Id="Rf7dda20b84f744dd" /><Relationship Type="http://schemas.openxmlformats.org/officeDocument/2006/relationships/slide" Target="/ppt/slides/slide23.xml" Id="R7815a1a0304d4788" /><Relationship Type="http://schemas.openxmlformats.org/officeDocument/2006/relationships/slide" Target="/ppt/slides/slide24.xml" Id="R783c34332bea4061" /><Relationship Type="http://schemas.openxmlformats.org/officeDocument/2006/relationships/slide" Target="/ppt/slides/slide25.xml" Id="R2576925159294e63" /><Relationship Type="http://schemas.openxmlformats.org/officeDocument/2006/relationships/slide" Target="/ppt/slides/slide26.xml" Id="Rc46e30c2e83c41b2" /><Relationship Type="http://schemas.openxmlformats.org/officeDocument/2006/relationships/slide" Target="/ppt/slides/slide27.xml" Id="Rc929fc5b49c649bd" /><Relationship Type="http://schemas.openxmlformats.org/officeDocument/2006/relationships/slide" Target="/ppt/slides/slide28.xml" Id="R50cebd049391474e" /><Relationship Type="http://schemas.openxmlformats.org/officeDocument/2006/relationships/slide" Target="/ppt/slides/slide29.xml" Id="Rc6cfc6f91a5c42d6" /><Relationship Type="http://schemas.openxmlformats.org/officeDocument/2006/relationships/slide" Target="/ppt/slides/slide30.xml" Id="Re14ac1b031574550" /><Relationship Type="http://schemas.openxmlformats.org/officeDocument/2006/relationships/slide" Target="/ppt/slides/slide31.xml" Id="Rf1548f4db0bd48fe" /><Relationship Type="http://schemas.openxmlformats.org/officeDocument/2006/relationships/slide" Target="/ppt/slides/slide32.xml" Id="R064e205d785e48a6" /><Relationship Type="http://schemas.openxmlformats.org/officeDocument/2006/relationships/slide" Target="/ppt/slides/slide33.xml" Id="Rddcebd24243a43cb" /><Relationship Type="http://schemas.openxmlformats.org/officeDocument/2006/relationships/slide" Target="/ppt/slides/slide34.xml" Id="Rf1998ecf15394047" /><Relationship Type="http://schemas.openxmlformats.org/officeDocument/2006/relationships/slide" Target="/ppt/slides/slide35.xml" Id="Rfd4ada47c5204954" /><Relationship Type="http://schemas.openxmlformats.org/officeDocument/2006/relationships/slide" Target="/ppt/slides/slide36.xml" Id="R59df0b4cc5874531" /><Relationship Type="http://schemas.openxmlformats.org/officeDocument/2006/relationships/slide" Target="/ppt/slides/slide37.xml" Id="Rb5d959053cb944b0" /><Relationship Type="http://schemas.openxmlformats.org/officeDocument/2006/relationships/slide" Target="/ppt/slides/slide38.xml" Id="R0f89eff116e84dd5" /><Relationship Type="http://schemas.openxmlformats.org/officeDocument/2006/relationships/slide" Target="/ppt/slides/slide39.xml" Id="R4abb27745a0e4263" /><Relationship Type="http://schemas.openxmlformats.org/officeDocument/2006/relationships/slide" Target="/ppt/slides/slide40.xml" Id="Rc7cdd48120d54a19" /><Relationship Type="http://schemas.openxmlformats.org/officeDocument/2006/relationships/slide" Target="/ppt/slides/slide41.xml" Id="R44178af429044d23" /><Relationship Type="http://schemas.openxmlformats.org/officeDocument/2006/relationships/slide" Target="/ppt/slides/slide42.xml" Id="R5218a45e9ae34b18" /><Relationship Type="http://schemas.openxmlformats.org/officeDocument/2006/relationships/slide" Target="/ppt/slides/slide43.xml" Id="Rb7779d40367f48b5" /><Relationship Type="http://schemas.openxmlformats.org/officeDocument/2006/relationships/slide" Target="/ppt/slides/slide44.xml" Id="Rfa51425d83c24a24" /><Relationship Type="http://schemas.openxmlformats.org/officeDocument/2006/relationships/slide" Target="/ppt/slides/slide45.xml" Id="R5959aa6d5a564dc5" /><Relationship Type="http://schemas.openxmlformats.org/officeDocument/2006/relationships/slide" Target="/ppt/slides/slide46.xml" Id="Rdb9847aa3ebb4b30" /><Relationship Type="http://schemas.openxmlformats.org/officeDocument/2006/relationships/slide" Target="/ppt/slides/slide47.xml" Id="Rd9126f12a8134136" /><Relationship Type="http://schemas.openxmlformats.org/officeDocument/2006/relationships/slide" Target="/ppt/slides/slide48.xml" Id="Rb156c26673e84ae7" /><Relationship Type="http://schemas.openxmlformats.org/officeDocument/2006/relationships/slide" Target="/ppt/slides/slide49.xml" Id="R497f028c87a94a1b" /><Relationship Type="http://schemas.openxmlformats.org/officeDocument/2006/relationships/slide" Target="/ppt/slides/slide50.xml" Id="Re5284af43a064761" /><Relationship Type="http://schemas.openxmlformats.org/officeDocument/2006/relationships/slide" Target="/ppt/slides/slide51.xml" Id="R49c50358378542a5" /><Relationship Type="http://schemas.openxmlformats.org/officeDocument/2006/relationships/slide" Target="/ppt/slides/slide52.xml" Id="Ra2564d82f6b747c8" /><Relationship Type="http://schemas.openxmlformats.org/officeDocument/2006/relationships/slide" Target="/ppt/slides/slide53.xml" Id="Ra9fcda9021c94ffb" /><Relationship Type="http://schemas.openxmlformats.org/officeDocument/2006/relationships/slide" Target="/ppt/slides/slide54.xml" Id="Rd85898e18a1e4a46" /><Relationship Type="http://schemas.openxmlformats.org/officeDocument/2006/relationships/slide" Target="/ppt/slides/slide55.xml" Id="Raa0100788f37489f" /><Relationship Type="http://schemas.openxmlformats.org/officeDocument/2006/relationships/slide" Target="/ppt/slides/slide56.xml" Id="Rd0c35414275240c9" /><Relationship Type="http://schemas.openxmlformats.org/officeDocument/2006/relationships/slide" Target="/ppt/slides/slide57.xml" Id="Rdb7a5f392e2149dc" /><Relationship Type="http://schemas.openxmlformats.org/officeDocument/2006/relationships/slide" Target="/ppt/slides/slide58.xml" Id="R9b5d92d1af2a4833" /><Relationship Type="http://schemas.openxmlformats.org/officeDocument/2006/relationships/slide" Target="/ppt/slides/slide59.xml" Id="Re65943c5d24f458e" /><Relationship Type="http://schemas.openxmlformats.org/officeDocument/2006/relationships/slide" Target="/ppt/slides/slide60.xml" Id="R50cecaf4696947b9" /><Relationship Type="http://schemas.openxmlformats.org/officeDocument/2006/relationships/slide" Target="/ppt/slides/slide61.xml" Id="Rb7621ac611064bb0" /><Relationship Type="http://schemas.openxmlformats.org/officeDocument/2006/relationships/slide" Target="/ppt/slides/slide62.xml" Id="Rc263c0f72e6343ce" /><Relationship Type="http://schemas.openxmlformats.org/officeDocument/2006/relationships/slide" Target="/ppt/slides/slide63.xml" Id="R19abd778437246f9" /><Relationship Type="http://schemas.openxmlformats.org/officeDocument/2006/relationships/slide" Target="/ppt/slides/slide64.xml" Id="R6f0cf8d216b64c74" /><Relationship Type="http://schemas.openxmlformats.org/officeDocument/2006/relationships/slide" Target="/ppt/slides/slide65.xml" Id="R9cf840c1f2324f52" /><Relationship Type="http://schemas.openxmlformats.org/officeDocument/2006/relationships/slide" Target="/ppt/slides/slide66.xml" Id="R0bec64a7c1be421c" /><Relationship Type="http://schemas.openxmlformats.org/officeDocument/2006/relationships/slide" Target="/ppt/slides/slide67.xml" Id="Racaab257f8db467c" /><Relationship Type="http://schemas.openxmlformats.org/officeDocument/2006/relationships/slide" Target="/ppt/slides/slide68.xml" Id="Raafe4c791b504339" /><Relationship Type="http://schemas.openxmlformats.org/officeDocument/2006/relationships/slide" Target="/ppt/slides/slide69.xml" Id="R03cd743c8bca481b" /><Relationship Type="http://schemas.openxmlformats.org/officeDocument/2006/relationships/slide" Target="/ppt/slides/slide70.xml" Id="R4f77538efdd842b5" /><Relationship Type="http://schemas.openxmlformats.org/officeDocument/2006/relationships/slide" Target="/ppt/slides/slide71.xml" Id="Rd7e84fa3ef9c4906" /><Relationship Type="http://schemas.openxmlformats.org/officeDocument/2006/relationships/slide" Target="/ppt/slides/slide72.xml" Id="R0048df71b9154cb0" /><Relationship Type="http://schemas.openxmlformats.org/officeDocument/2006/relationships/slide" Target="/ppt/slides/slide73.xml" Id="R85885a3c24804c91" /><Relationship Type="http://schemas.openxmlformats.org/officeDocument/2006/relationships/slide" Target="/ppt/slides/slide74.xml" Id="R89c9a75477724cd6" /><Relationship Type="http://schemas.openxmlformats.org/officeDocument/2006/relationships/slide" Target="/ppt/slides/slide75.xml" Id="Rdb3ecbfef2d240f6" /><Relationship Type="http://schemas.openxmlformats.org/officeDocument/2006/relationships/slide" Target="/ppt/slides/slide76.xml" Id="Rb5427d4f50a24b33" /><Relationship Type="http://schemas.openxmlformats.org/officeDocument/2006/relationships/slide" Target="/ppt/slides/slide77.xml" Id="Rc810b3cddde34aca" /><Relationship Type="http://schemas.openxmlformats.org/officeDocument/2006/relationships/slide" Target="/ppt/slides/slide78.xml" Id="Rd0b573fc16954d96" /><Relationship Type="http://schemas.openxmlformats.org/officeDocument/2006/relationships/slide" Target="/ppt/slides/slide79.xml" Id="Rd673c656ebf34b4c" /><Relationship Type="http://schemas.openxmlformats.org/officeDocument/2006/relationships/slide" Target="/ppt/slides/slide80.xml" Id="R60ceeba527f54800" /><Relationship Type="http://schemas.openxmlformats.org/officeDocument/2006/relationships/slide" Target="/ppt/slides/slide81.xml" Id="Ra08caa846e6b4c36" /><Relationship Type="http://schemas.openxmlformats.org/officeDocument/2006/relationships/slide" Target="/ppt/slides/slide82.xml" Id="Rc6c921534052480f" /><Relationship Type="http://schemas.openxmlformats.org/officeDocument/2006/relationships/slide" Target="/ppt/slides/slide83.xml" Id="Rd374c5256cdf4c4e" /><Relationship Type="http://schemas.openxmlformats.org/officeDocument/2006/relationships/slide" Target="/ppt/slides/slide84.xml" Id="R4463f8a6615f4d51" /><Relationship Type="http://schemas.openxmlformats.org/officeDocument/2006/relationships/slide" Target="/ppt/slides/slide85.xml" Id="R0e9b3a60127145df" /><Relationship Type="http://schemas.openxmlformats.org/officeDocument/2006/relationships/slide" Target="/ppt/slides/slide86.xml" Id="R0e70916785294f5e" /><Relationship Type="http://schemas.openxmlformats.org/officeDocument/2006/relationships/slide" Target="/ppt/slides/slide87.xml" Id="R77d98536729f4675" /><Relationship Type="http://schemas.openxmlformats.org/officeDocument/2006/relationships/slide" Target="/ppt/slides/slide88.xml" Id="R6fa5adb0b9244a61" /><Relationship Type="http://schemas.openxmlformats.org/officeDocument/2006/relationships/slide" Target="/ppt/slides/slide89.xml" Id="R324fb70dc6ab407a" /><Relationship Type="http://schemas.openxmlformats.org/officeDocument/2006/relationships/slide" Target="/ppt/slides/slide90.xml" Id="Rce0221fe1b9e4345" /><Relationship Type="http://schemas.openxmlformats.org/officeDocument/2006/relationships/slide" Target="/ppt/slides/slide91.xml" Id="R6fb17b857b844312" /><Relationship Type="http://schemas.openxmlformats.org/officeDocument/2006/relationships/slide" Target="/ppt/slides/slide92.xml" Id="R9734f9032b334e5a" /><Relationship Type="http://schemas.openxmlformats.org/officeDocument/2006/relationships/slide" Target="/ppt/slides/slide93.xml" Id="Rc0cf369db0be4f4a" /><Relationship Type="http://schemas.openxmlformats.org/officeDocument/2006/relationships/slide" Target="/ppt/slides/slide94.xml" Id="Rfbce01b495cb44a8" /><Relationship Type="http://schemas.openxmlformats.org/officeDocument/2006/relationships/slide" Target="/ppt/slides/slide95.xml" Id="Ra6b9e021cac24095" /><Relationship Type="http://schemas.openxmlformats.org/officeDocument/2006/relationships/slide" Target="/ppt/slides/slide96.xml" Id="R802ed6ef605c4e25" /><Relationship Type="http://schemas.openxmlformats.org/officeDocument/2006/relationships/slide" Target="/ppt/slides/slide97.xml" Id="Rf47f0a79a3f24923" /><Relationship Type="http://schemas.openxmlformats.org/officeDocument/2006/relationships/slide" Target="/ppt/slides/slide98.xml" Id="R50b76780d0bc4aad" /><Relationship Type="http://schemas.openxmlformats.org/officeDocument/2006/relationships/slide" Target="/ppt/slides/slide99.xml" Id="R7ee3f1e2eac044ba" /><Relationship Type="http://schemas.openxmlformats.org/officeDocument/2006/relationships/slide" Target="/ppt/slides/slide100.xml" Id="R60b66860b5ab41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0cf10352794c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dd62e46c5f44ac" /><Relationship Type="http://schemas.openxmlformats.org/officeDocument/2006/relationships/notesMaster" Target="/ppt/notesMasters/notesMaster1.xml" Id="R34287d483112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9d102655be4262" /><Relationship Type="http://schemas.openxmlformats.org/officeDocument/2006/relationships/notesMaster" Target="/ppt/notesMasters/notesMaster1.xml" Id="Re2534436a4f4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f4e7242909442b" /><Relationship Type="http://schemas.openxmlformats.org/officeDocument/2006/relationships/notesMaster" Target="/ppt/notesMasters/notesMaster1.xml" Id="R8a8336750e70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52aa30a9bb48ca" /><Relationship Type="http://schemas.openxmlformats.org/officeDocument/2006/relationships/notesMaster" Target="/ppt/notesMasters/notesMaster1.xml" Id="Rce4886eac5bb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55d30274be447a" /><Relationship Type="http://schemas.openxmlformats.org/officeDocument/2006/relationships/notesMaster" Target="/ppt/notesMasters/notesMaster1.xml" Id="R7b5d8e35872b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4556e342d4b92" /><Relationship Type="http://schemas.openxmlformats.org/officeDocument/2006/relationships/notesMaster" Target="/ppt/notesMasters/notesMaster1.xml" Id="R31c05791d6d748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ce01292bb1411b" /><Relationship Type="http://schemas.openxmlformats.org/officeDocument/2006/relationships/notesMaster" Target="/ppt/notesMasters/notesMaster1.xml" Id="R1f90cc214a944d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c2921791724f83" /><Relationship Type="http://schemas.openxmlformats.org/officeDocument/2006/relationships/notesMaster" Target="/ppt/notesMasters/notesMaster1.xml" Id="Ra7bb60046ad848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3afab868f04cab" /><Relationship Type="http://schemas.openxmlformats.org/officeDocument/2006/relationships/notesMaster" Target="/ppt/notesMasters/notesMaster1.xml" Id="R84e8e6d162b14a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b7af7b86784b48" /><Relationship Type="http://schemas.openxmlformats.org/officeDocument/2006/relationships/notesMaster" Target="/ppt/notesMasters/notesMaster1.xml" Id="Rb2031b0de17845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c31afdb8fd4c19" /><Relationship Type="http://schemas.openxmlformats.org/officeDocument/2006/relationships/notesMaster" Target="/ppt/notesMasters/notesMaster1.xml" Id="R0cb92c5b0f2748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1ebfe53bff4939" /><Relationship Type="http://schemas.openxmlformats.org/officeDocument/2006/relationships/notesMaster" Target="/ppt/notesMasters/notesMaster1.xml" Id="R31ebbf89eef342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57313712cd43a8" /><Relationship Type="http://schemas.openxmlformats.org/officeDocument/2006/relationships/notesMaster" Target="/ppt/notesMasters/notesMaster1.xml" Id="Rd04ab8d9ca6444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0e0c59dd7b4341" /><Relationship Type="http://schemas.openxmlformats.org/officeDocument/2006/relationships/notesMaster" Target="/ppt/notesMasters/notesMaster1.xml" Id="R52f2894943244b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d96bbb8a3d4c4e" /><Relationship Type="http://schemas.openxmlformats.org/officeDocument/2006/relationships/notesMaster" Target="/ppt/notesMasters/notesMaster1.xml" Id="R72e2f5823fac4c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5085c4a41b42be" /><Relationship Type="http://schemas.openxmlformats.org/officeDocument/2006/relationships/notesMaster" Target="/ppt/notesMasters/notesMaster1.xml" Id="Rbef50559df9a4a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7d9cac5cc84dd1" /><Relationship Type="http://schemas.openxmlformats.org/officeDocument/2006/relationships/notesMaster" Target="/ppt/notesMasters/notesMaster1.xml" Id="R3da636f303f34b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e1029628ee448f" /><Relationship Type="http://schemas.openxmlformats.org/officeDocument/2006/relationships/notesMaster" Target="/ppt/notesMasters/notesMaster1.xml" Id="Rb8c890b04d0942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e103b5bdbe433e" /><Relationship Type="http://schemas.openxmlformats.org/officeDocument/2006/relationships/notesMaster" Target="/ppt/notesMasters/notesMaster1.xml" Id="R6b39edc3859f4e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fa92877e0849f1" /><Relationship Type="http://schemas.openxmlformats.org/officeDocument/2006/relationships/notesMaster" Target="/ppt/notesMasters/notesMaster1.xml" Id="Re340a6b5b698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f83ea13b4040ab" /><Relationship Type="http://schemas.openxmlformats.org/officeDocument/2006/relationships/notesMaster" Target="/ppt/notesMasters/notesMaster1.xml" Id="R029d1c1f918647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e3f9e3870f4167" /><Relationship Type="http://schemas.openxmlformats.org/officeDocument/2006/relationships/notesMaster" Target="/ppt/notesMasters/notesMaster1.xml" Id="Rcd7ac9266a8448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7b7a072aa4486b" /><Relationship Type="http://schemas.openxmlformats.org/officeDocument/2006/relationships/notesMaster" Target="/ppt/notesMasters/notesMaster1.xml" Id="R00aca1deb17144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b6a9ac12f5417d" /><Relationship Type="http://schemas.openxmlformats.org/officeDocument/2006/relationships/notesMaster" Target="/ppt/notesMasters/notesMaster1.xml" Id="Rda5f605963c149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0b60ba56ec4554" /><Relationship Type="http://schemas.openxmlformats.org/officeDocument/2006/relationships/notesMaster" Target="/ppt/notesMasters/notesMaster1.xml" Id="R3818830c0d9a45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506ed2f0444657" /><Relationship Type="http://schemas.openxmlformats.org/officeDocument/2006/relationships/notesMaster" Target="/ppt/notesMasters/notesMaster1.xml" Id="R7927ff4699a34d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5e85f23626493f" /><Relationship Type="http://schemas.openxmlformats.org/officeDocument/2006/relationships/notesMaster" Target="/ppt/notesMasters/notesMaster1.xml" Id="R7ea2d480c00d48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5f2f3327d64cb0" /><Relationship Type="http://schemas.openxmlformats.org/officeDocument/2006/relationships/notesMaster" Target="/ppt/notesMasters/notesMaster1.xml" Id="R044d1182a1394b9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3c155b04f84964" /><Relationship Type="http://schemas.openxmlformats.org/officeDocument/2006/relationships/notesMaster" Target="/ppt/notesMasters/notesMaster1.xml" Id="R242484b4e2a94a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473bcfbb4344c6b" /><Relationship Type="http://schemas.openxmlformats.org/officeDocument/2006/relationships/notesMaster" Target="/ppt/notesMasters/notesMaster1.xml" Id="R6ff87d3c2d4f4f6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e7f42564cd45d2" /><Relationship Type="http://schemas.openxmlformats.org/officeDocument/2006/relationships/notesMaster" Target="/ppt/notesMasters/notesMaster1.xml" Id="Ra27d92e357c349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5151a6e52c4ddc" /><Relationship Type="http://schemas.openxmlformats.org/officeDocument/2006/relationships/notesMaster" Target="/ppt/notesMasters/notesMaster1.xml" Id="Rb9b8d3283b2b4e9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6304c3cf6f4d1d" /><Relationship Type="http://schemas.openxmlformats.org/officeDocument/2006/relationships/notesMaster" Target="/ppt/notesMasters/notesMaster1.xml" Id="R77ed7464ffb34da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35b1bad5124de3" /><Relationship Type="http://schemas.openxmlformats.org/officeDocument/2006/relationships/notesMaster" Target="/ppt/notesMasters/notesMaster1.xml" Id="Rf056da66ffdc4a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9a5c3eb07d440d" /><Relationship Type="http://schemas.openxmlformats.org/officeDocument/2006/relationships/notesMaster" Target="/ppt/notesMasters/notesMaster1.xml" Id="R015e48b8e02947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416fdc207774e9e" /><Relationship Type="http://schemas.openxmlformats.org/officeDocument/2006/relationships/notesMaster" Target="/ppt/notesMasters/notesMaster1.xml" Id="R4c1c8f60008843b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abdd13cd3864dd1" /><Relationship Type="http://schemas.openxmlformats.org/officeDocument/2006/relationships/notesMaster" Target="/ppt/notesMasters/notesMaster1.xml" Id="R3e42a99a560448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645e3b46b7e4cbe" /><Relationship Type="http://schemas.openxmlformats.org/officeDocument/2006/relationships/notesMaster" Target="/ppt/notesMasters/notesMaster1.xml" Id="R369fce020cdb431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8c2e3ebc1e14d16" /><Relationship Type="http://schemas.openxmlformats.org/officeDocument/2006/relationships/notesMaster" Target="/ppt/notesMasters/notesMaster1.xml" Id="Rd2f2898b057e4fd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c0989c5dca409d" /><Relationship Type="http://schemas.openxmlformats.org/officeDocument/2006/relationships/notesMaster" Target="/ppt/notesMasters/notesMaster1.xml" Id="Rbe772bc089214c5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8ab5e5e604b411a" /><Relationship Type="http://schemas.openxmlformats.org/officeDocument/2006/relationships/notesMaster" Target="/ppt/notesMasters/notesMaster1.xml" Id="R34c383a300fc4d1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a23882f47dd4d41" /><Relationship Type="http://schemas.openxmlformats.org/officeDocument/2006/relationships/notesMaster" Target="/ppt/notesMasters/notesMaster1.xml" Id="R2cf37942faa04d2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9b2b02d202443e" /><Relationship Type="http://schemas.openxmlformats.org/officeDocument/2006/relationships/notesMaster" Target="/ppt/notesMasters/notesMaster1.xml" Id="R541a461d6c194fb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d7429c7db1e411c" /><Relationship Type="http://schemas.openxmlformats.org/officeDocument/2006/relationships/notesMaster" Target="/ppt/notesMasters/notesMaster1.xml" Id="Rbba05b7be0df462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fea2614232249e1" /><Relationship Type="http://schemas.openxmlformats.org/officeDocument/2006/relationships/notesMaster" Target="/ppt/notesMasters/notesMaster1.xml" Id="R16fb407705134d8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04357c7be0b4bf8" /><Relationship Type="http://schemas.openxmlformats.org/officeDocument/2006/relationships/notesMaster" Target="/ppt/notesMasters/notesMaster1.xml" Id="R00f03e8025bb4c9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6ec8de5ea224404" /><Relationship Type="http://schemas.openxmlformats.org/officeDocument/2006/relationships/notesMaster" Target="/ppt/notesMasters/notesMaster1.xml" Id="R313dd521559143a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7baebe4787b4a42" /><Relationship Type="http://schemas.openxmlformats.org/officeDocument/2006/relationships/notesMaster" Target="/ppt/notesMasters/notesMaster1.xml" Id="R0aebd3029f264d8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a23fe39f77c4250" /><Relationship Type="http://schemas.openxmlformats.org/officeDocument/2006/relationships/notesMaster" Target="/ppt/notesMasters/notesMaster1.xml" Id="R9837747047b742a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f68b721ae584f37" /><Relationship Type="http://schemas.openxmlformats.org/officeDocument/2006/relationships/notesMaster" Target="/ppt/notesMasters/notesMaster1.xml" Id="R560ed382696d49a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6e4a1adc81d49ab" /><Relationship Type="http://schemas.openxmlformats.org/officeDocument/2006/relationships/notesMaster" Target="/ppt/notesMasters/notesMaster1.xml" Id="Rb4568f7b7e7c469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447aec4ed644170" /><Relationship Type="http://schemas.openxmlformats.org/officeDocument/2006/relationships/notesMaster" Target="/ppt/notesMasters/notesMaster1.xml" Id="R73ee5252c51e4a9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47c96845311420e" /><Relationship Type="http://schemas.openxmlformats.org/officeDocument/2006/relationships/notesMaster" Target="/ppt/notesMasters/notesMaster1.xml" Id="Rdec860b2fc354de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13f0944b11f498d" /><Relationship Type="http://schemas.openxmlformats.org/officeDocument/2006/relationships/notesMaster" Target="/ppt/notesMasters/notesMaster1.xml" Id="R0023d36c7efd407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db5cd034f97b40f9" /><Relationship Type="http://schemas.openxmlformats.org/officeDocument/2006/relationships/notesMaster" Target="/ppt/notesMasters/notesMaster1.xml" Id="R5228afc16ac9466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7cc8a6e9fe94580" /><Relationship Type="http://schemas.openxmlformats.org/officeDocument/2006/relationships/notesMaster" Target="/ppt/notesMasters/notesMaster1.xml" Id="Rfabb5163d8294bd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24a1f1b4f1d4c51" /><Relationship Type="http://schemas.openxmlformats.org/officeDocument/2006/relationships/notesMaster" Target="/ppt/notesMasters/notesMaster1.xml" Id="R01560ad42344430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060992bd335421d" /><Relationship Type="http://schemas.openxmlformats.org/officeDocument/2006/relationships/notesMaster" Target="/ppt/notesMasters/notesMaster1.xml" Id="Rcf057f19a4fb4524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8e4f74b35154840" /><Relationship Type="http://schemas.openxmlformats.org/officeDocument/2006/relationships/notesMaster" Target="/ppt/notesMasters/notesMaster1.xml" Id="Rf69d7bdeda0b420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c642db5937049bf" /><Relationship Type="http://schemas.openxmlformats.org/officeDocument/2006/relationships/notesMaster" Target="/ppt/notesMasters/notesMaster1.xml" Id="R8ae17a6e606049a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3347b40895f4654" /><Relationship Type="http://schemas.openxmlformats.org/officeDocument/2006/relationships/notesMaster" Target="/ppt/notesMasters/notesMaster1.xml" Id="R7eb6666247274ad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8ecd39b07524061" /><Relationship Type="http://schemas.openxmlformats.org/officeDocument/2006/relationships/notesMaster" Target="/ppt/notesMasters/notesMaster1.xml" Id="R26254cc9638247bb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9adf86475d54134" /><Relationship Type="http://schemas.openxmlformats.org/officeDocument/2006/relationships/notesMaster" Target="/ppt/notesMasters/notesMaster1.xml" Id="Ree59b3debe05442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c1d4e1e807e490b" /><Relationship Type="http://schemas.openxmlformats.org/officeDocument/2006/relationships/notesMaster" Target="/ppt/notesMasters/notesMaster1.xml" Id="Rd86a556d81464a6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bc49ac46b7a4ee0" /><Relationship Type="http://schemas.openxmlformats.org/officeDocument/2006/relationships/notesMaster" Target="/ppt/notesMasters/notesMaster1.xml" Id="R214e4dfda2d34a5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c22c901a7a640f4" /><Relationship Type="http://schemas.openxmlformats.org/officeDocument/2006/relationships/notesMaster" Target="/ppt/notesMasters/notesMaster1.xml" Id="R465a0d2673bd48d0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ffffaaa69fa4d94" /><Relationship Type="http://schemas.openxmlformats.org/officeDocument/2006/relationships/notesMaster" Target="/ppt/notesMasters/notesMaster1.xml" Id="R37bf39979bba4dc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597d5df04724e81" /><Relationship Type="http://schemas.openxmlformats.org/officeDocument/2006/relationships/notesMaster" Target="/ppt/notesMasters/notesMaster1.xml" Id="Rdc46f8672ae6448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611b62382bb4bd8" /><Relationship Type="http://schemas.openxmlformats.org/officeDocument/2006/relationships/notesMaster" Target="/ppt/notesMasters/notesMaster1.xml" Id="R49c7ad6de7604c8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b5dba5f3fde4eec" /><Relationship Type="http://schemas.openxmlformats.org/officeDocument/2006/relationships/notesMaster" Target="/ppt/notesMasters/notesMaster1.xml" Id="R4e4284e345de4d47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f7dd6b94018410d" /><Relationship Type="http://schemas.openxmlformats.org/officeDocument/2006/relationships/notesMaster" Target="/ppt/notesMasters/notesMaster1.xml" Id="Rd739a0b621a94e28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3de5fc37f784eb2" /><Relationship Type="http://schemas.openxmlformats.org/officeDocument/2006/relationships/notesMaster" Target="/ppt/notesMasters/notesMaster1.xml" Id="R63586de7bdcb4d8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a357371bea349ad" /><Relationship Type="http://schemas.openxmlformats.org/officeDocument/2006/relationships/notesMaster" Target="/ppt/notesMasters/notesMaster1.xml" Id="R3c4f015e1eaf4cd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18a43b943c0484c" /><Relationship Type="http://schemas.openxmlformats.org/officeDocument/2006/relationships/notesMaster" Target="/ppt/notesMasters/notesMaster1.xml" Id="R52fc13b613594e1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0a0a3aca792d49e6" /><Relationship Type="http://schemas.openxmlformats.org/officeDocument/2006/relationships/notesMaster" Target="/ppt/notesMasters/notesMaster1.xml" Id="R6c2857fbf16e468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4eebfe14c544d11" /><Relationship Type="http://schemas.openxmlformats.org/officeDocument/2006/relationships/notesMaster" Target="/ppt/notesMasters/notesMaster1.xml" Id="Re6f5498b3b18490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5a4fff3b5b3497a" /><Relationship Type="http://schemas.openxmlformats.org/officeDocument/2006/relationships/notesMaster" Target="/ppt/notesMasters/notesMaster1.xml" Id="R6e078918bc75464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bd96cef3a824ac8" /><Relationship Type="http://schemas.openxmlformats.org/officeDocument/2006/relationships/notesMaster" Target="/ppt/notesMasters/notesMaster1.xml" Id="R15c6b1f1624c458e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e00e9cdadbe497a" /><Relationship Type="http://schemas.openxmlformats.org/officeDocument/2006/relationships/notesMaster" Target="/ppt/notesMasters/notesMaster1.xml" Id="R4d583c9389f04741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60834bd199f4562" /><Relationship Type="http://schemas.openxmlformats.org/officeDocument/2006/relationships/notesMaster" Target="/ppt/notesMasters/notesMaster1.xml" Id="R09b1e8305fe442b7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37f4485cebf49e2" /><Relationship Type="http://schemas.openxmlformats.org/officeDocument/2006/relationships/notesMaster" Target="/ppt/notesMasters/notesMaster1.xml" Id="R3e1677ccc9ef45c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f64d75ca9634378" /><Relationship Type="http://schemas.openxmlformats.org/officeDocument/2006/relationships/notesMaster" Target="/ppt/notesMasters/notesMaster1.xml" Id="R694c5ce287854cf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daa8be5f3664a92" /><Relationship Type="http://schemas.openxmlformats.org/officeDocument/2006/relationships/notesMaster" Target="/ppt/notesMasters/notesMaster1.xml" Id="Ref95042c2f82458e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3136b01111b64a6c" /><Relationship Type="http://schemas.openxmlformats.org/officeDocument/2006/relationships/notesMaster" Target="/ppt/notesMasters/notesMaster1.xml" Id="R0d151d20ca22469f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342fada3ed954561" /><Relationship Type="http://schemas.openxmlformats.org/officeDocument/2006/relationships/notesMaster" Target="/ppt/notesMasters/notesMaster1.xml" Id="R380153f03bc4432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1c8f0bd23fa4e84" /><Relationship Type="http://schemas.openxmlformats.org/officeDocument/2006/relationships/notesMaster" Target="/ppt/notesMasters/notesMaster1.xml" Id="R11006dcae65c49b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524a044cf08a4595" /><Relationship Type="http://schemas.openxmlformats.org/officeDocument/2006/relationships/notesMaster" Target="/ppt/notesMasters/notesMaster1.xml" Id="Rff4f4bd18de7429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cb6781ab0a64556" /><Relationship Type="http://schemas.openxmlformats.org/officeDocument/2006/relationships/notesMaster" Target="/ppt/notesMasters/notesMaster1.xml" Id="R9eff76967bc748a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81b3144629a48de" /><Relationship Type="http://schemas.openxmlformats.org/officeDocument/2006/relationships/notesMaster" Target="/ppt/notesMasters/notesMaster1.xml" Id="Rbb10bec699ce4eee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8ac8bf67b0b4590" /><Relationship Type="http://schemas.openxmlformats.org/officeDocument/2006/relationships/notesMaster" Target="/ppt/notesMasters/notesMaster1.xml" Id="R770c2b4d0d0d4d5b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3e61473f216d43e6" /><Relationship Type="http://schemas.openxmlformats.org/officeDocument/2006/relationships/notesMaster" Target="/ppt/notesMasters/notesMaster1.xml" Id="R4a644bebcd3342a0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5a9a113012f24d13" /><Relationship Type="http://schemas.openxmlformats.org/officeDocument/2006/relationships/notesMaster" Target="/ppt/notesMasters/notesMaster1.xml" Id="Re2ae30be93c642fe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924f9b02b90144be" /><Relationship Type="http://schemas.openxmlformats.org/officeDocument/2006/relationships/notesMaster" Target="/ppt/notesMasters/notesMaster1.xml" Id="R767294b9112d41f3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2fc35b31518488f" /><Relationship Type="http://schemas.openxmlformats.org/officeDocument/2006/relationships/notesMaster" Target="/ppt/notesMasters/notesMaster1.xml" Id="Rb1ed0c6ec0b54465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c6819af003f45d7" /><Relationship Type="http://schemas.openxmlformats.org/officeDocument/2006/relationships/notesMaster" Target="/ppt/notesMasters/notesMaster1.xml" Id="Ra0ba5a268fa8410b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0aad4c1b5aeb4cc7" /><Relationship Type="http://schemas.openxmlformats.org/officeDocument/2006/relationships/notesMaster" Target="/ppt/notesMasters/notesMaster1.xml" Id="R518c3230435a40bb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7e4aaf349614571" /><Relationship Type="http://schemas.openxmlformats.org/officeDocument/2006/relationships/notesMaster" Target="/ppt/notesMasters/notesMaster1.xml" Id="R258164c363e5495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4119543895c42ff" /><Relationship Type="http://schemas.openxmlformats.org/officeDocument/2006/relationships/notesMaster" Target="/ppt/notesMasters/notesMaster1.xml" Id="Re3685d2df5e94b8f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6b3152264c454ba5" /><Relationship Type="http://schemas.openxmlformats.org/officeDocument/2006/relationships/notesMaster" Target="/ppt/notesMasters/notesMaster1.xml" Id="R759ce14011cc43e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2d8218b867024082" /><Relationship Type="http://schemas.openxmlformats.org/officeDocument/2006/relationships/notesMaster" Target="/ppt/notesMasters/notesMaster1.xml" Id="Rc6a856929618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6663f8c87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60fdd4a4504f5a" /><Relationship Type="http://schemas.openxmlformats.org/officeDocument/2006/relationships/slideLayout" Target="/ppt/slideLayouts/slideLayout1.xml" Id="R3191c0e78882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1c0e78882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2896bd7f547ce" /><Relationship Type="http://schemas.openxmlformats.org/officeDocument/2006/relationships/notesSlide" Target="/ppt/notesSlides/notesSlide1.xml" Id="Rff5e6418b00d45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095584ec440cd" /><Relationship Type="http://schemas.openxmlformats.org/officeDocument/2006/relationships/notesSlide" Target="/ppt/notesSlides/notesSlide2.xml" Id="R2fd34d9fc0dc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3658949a44e7c" /><Relationship Type="http://schemas.openxmlformats.org/officeDocument/2006/relationships/notesSlide" Target="/ppt/notesSlides/notesSlide3.xml" Id="R2c6d1ab79f2a41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1b4412ef74c5b" /><Relationship Type="http://schemas.openxmlformats.org/officeDocument/2006/relationships/notesSlide" Target="/ppt/notesSlides/notesSlide4.xml" Id="R0add07aedb0548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10c36bc2345e2" /><Relationship Type="http://schemas.openxmlformats.org/officeDocument/2006/relationships/notesSlide" Target="/ppt/notesSlides/notesSlide5.xml" Id="R5840c150fde0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87cf6d72343e1" /><Relationship Type="http://schemas.openxmlformats.org/officeDocument/2006/relationships/notesSlide" Target="/ppt/notesSlides/notesSlide6.xml" Id="Ra3bef6752aef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c835ea614201" /><Relationship Type="http://schemas.openxmlformats.org/officeDocument/2006/relationships/notesSlide" Target="/ppt/notesSlides/notesSlide7.xml" Id="R2418bcff6c4342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2afad44b04b8d" /><Relationship Type="http://schemas.openxmlformats.org/officeDocument/2006/relationships/notesSlide" Target="/ppt/notesSlides/notesSlide8.xml" Id="Rc1e03eca372b49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82e82bcda4c28" /><Relationship Type="http://schemas.openxmlformats.org/officeDocument/2006/relationships/notesSlide" Target="/ppt/notesSlides/notesSlide9.xml" Id="R5cd421171ae843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2c2be45ce480a" /><Relationship Type="http://schemas.openxmlformats.org/officeDocument/2006/relationships/notesSlide" Target="/ppt/notesSlides/notesSlide10.xml" Id="Rd0f7d75b600945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20f2779b44b28" /><Relationship Type="http://schemas.openxmlformats.org/officeDocument/2006/relationships/notesSlide" Target="/ppt/notesSlides/notesSlide11.xml" Id="R1bd28bd77feb48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a3a0ccdbd4d50" /><Relationship Type="http://schemas.openxmlformats.org/officeDocument/2006/relationships/notesSlide" Target="/ppt/notesSlides/notesSlide12.xml" Id="R92e7c68584e140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ca6bb109c4b56" /><Relationship Type="http://schemas.openxmlformats.org/officeDocument/2006/relationships/notesSlide" Target="/ppt/notesSlides/notesSlide13.xml" Id="R47e0fac3e20043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32ffcd0404f46" /><Relationship Type="http://schemas.openxmlformats.org/officeDocument/2006/relationships/notesSlide" Target="/ppt/notesSlides/notesSlide14.xml" Id="Rf70cc19acd4b4d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f00b21124b55" /><Relationship Type="http://schemas.openxmlformats.org/officeDocument/2006/relationships/notesSlide" Target="/ppt/notesSlides/notesSlide15.xml" Id="R452add2e10cd4b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e16896d7242e8" /><Relationship Type="http://schemas.openxmlformats.org/officeDocument/2006/relationships/notesSlide" Target="/ppt/notesSlides/notesSlide16.xml" Id="R2d99a878faa944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1b649acf0445f" /><Relationship Type="http://schemas.openxmlformats.org/officeDocument/2006/relationships/notesSlide" Target="/ppt/notesSlides/notesSlide17.xml" Id="R754cb22de1d54e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b1e1a39544fe" /><Relationship Type="http://schemas.openxmlformats.org/officeDocument/2006/relationships/notesSlide" Target="/ppt/notesSlides/notesSlide18.xml" Id="R0f50e98c9d164a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1937df071423a" /><Relationship Type="http://schemas.openxmlformats.org/officeDocument/2006/relationships/notesSlide" Target="/ppt/notesSlides/notesSlide19.xml" Id="Rd610fb4b5a104b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99176fe8f4f48" /><Relationship Type="http://schemas.openxmlformats.org/officeDocument/2006/relationships/notesSlide" Target="/ppt/notesSlides/notesSlide20.xml" Id="R45acd78aa23d48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21f2ea5964b33" /><Relationship Type="http://schemas.openxmlformats.org/officeDocument/2006/relationships/notesSlide" Target="/ppt/notesSlides/notesSlide21.xml" Id="Rcefe6647169c4d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56b2ea6474822" /><Relationship Type="http://schemas.openxmlformats.org/officeDocument/2006/relationships/notesSlide" Target="/ppt/notesSlides/notesSlide22.xml" Id="R4f1b05250b3848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7aadf7cc74f64" /><Relationship Type="http://schemas.openxmlformats.org/officeDocument/2006/relationships/notesSlide" Target="/ppt/notesSlides/notesSlide23.xml" Id="Rf72fc80805f649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1e9df4604302" /><Relationship Type="http://schemas.openxmlformats.org/officeDocument/2006/relationships/notesSlide" Target="/ppt/notesSlides/notesSlide24.xml" Id="Rffd3bff46cf64f8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f096bf1184115" /><Relationship Type="http://schemas.openxmlformats.org/officeDocument/2006/relationships/notesSlide" Target="/ppt/notesSlides/notesSlide25.xml" Id="R9ae20908999c4a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6a75a5e0941e0" /><Relationship Type="http://schemas.openxmlformats.org/officeDocument/2006/relationships/notesSlide" Target="/ppt/notesSlides/notesSlide26.xml" Id="Rbccf6b1b52c248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29286997a4c7e" /><Relationship Type="http://schemas.openxmlformats.org/officeDocument/2006/relationships/notesSlide" Target="/ppt/notesSlides/notesSlide27.xml" Id="R21241bf2fabf4d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f689b4554d22" /><Relationship Type="http://schemas.openxmlformats.org/officeDocument/2006/relationships/notesSlide" Target="/ppt/notesSlides/notesSlide28.xml" Id="Rb7e44ecec9994a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6275e4fb546bf" /><Relationship Type="http://schemas.openxmlformats.org/officeDocument/2006/relationships/notesSlide" Target="/ppt/notesSlides/notesSlide29.xml" Id="R2a2909fb92ea4e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e81c8ef6e4c96" /><Relationship Type="http://schemas.openxmlformats.org/officeDocument/2006/relationships/notesSlide" Target="/ppt/notesSlides/notesSlide30.xml" Id="R8f3a09ce0f924b3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e80e7b68a44cd" /><Relationship Type="http://schemas.openxmlformats.org/officeDocument/2006/relationships/notesSlide" Target="/ppt/notesSlides/notesSlide31.xml" Id="R989fce93b0c64a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5164d357c4b16" /><Relationship Type="http://schemas.openxmlformats.org/officeDocument/2006/relationships/notesSlide" Target="/ppt/notesSlides/notesSlide32.xml" Id="Rd889e97ea3784e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74ed878143bb" /><Relationship Type="http://schemas.openxmlformats.org/officeDocument/2006/relationships/notesSlide" Target="/ppt/notesSlides/notesSlide33.xml" Id="Rdf7b5f9fa6c948c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bad3487124fe4" /><Relationship Type="http://schemas.openxmlformats.org/officeDocument/2006/relationships/notesSlide" Target="/ppt/notesSlides/notesSlide34.xml" Id="R6ece878e571a4e2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8e631ea34a8f" /><Relationship Type="http://schemas.openxmlformats.org/officeDocument/2006/relationships/notesSlide" Target="/ppt/notesSlides/notesSlide35.xml" Id="R31b37e64df1945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f146a4a83469a" /><Relationship Type="http://schemas.openxmlformats.org/officeDocument/2006/relationships/notesSlide" Target="/ppt/notesSlides/notesSlide36.xml" Id="Rbaa40650b78241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6b0cdd462448a" /><Relationship Type="http://schemas.openxmlformats.org/officeDocument/2006/relationships/notesSlide" Target="/ppt/notesSlides/notesSlide37.xml" Id="Rb45fcfdcbb934b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ffa12b3104a8e" /><Relationship Type="http://schemas.openxmlformats.org/officeDocument/2006/relationships/notesSlide" Target="/ppt/notesSlides/notesSlide38.xml" Id="R701e2ed00dff401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b409405314249" /><Relationship Type="http://schemas.openxmlformats.org/officeDocument/2006/relationships/notesSlide" Target="/ppt/notesSlides/notesSlide39.xml" Id="R671ae9f5694c45f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7a38df0a84a29" /><Relationship Type="http://schemas.openxmlformats.org/officeDocument/2006/relationships/notesSlide" Target="/ppt/notesSlides/notesSlide40.xml" Id="R0bf9f805307e468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4ae717c534317" /><Relationship Type="http://schemas.openxmlformats.org/officeDocument/2006/relationships/notesSlide" Target="/ppt/notesSlides/notesSlide41.xml" Id="R735a16c85a9844f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5b540e41843c8" /><Relationship Type="http://schemas.openxmlformats.org/officeDocument/2006/relationships/notesSlide" Target="/ppt/notesSlides/notesSlide42.xml" Id="R79098bbc2a46469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b7ec253d4baa" /><Relationship Type="http://schemas.openxmlformats.org/officeDocument/2006/relationships/notesSlide" Target="/ppt/notesSlides/notesSlide43.xml" Id="R7e5b45af86294e2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b94fcc29444bf" /><Relationship Type="http://schemas.openxmlformats.org/officeDocument/2006/relationships/notesSlide" Target="/ppt/notesSlides/notesSlide44.xml" Id="Rbce055fa8472446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ae7a80d254248" /><Relationship Type="http://schemas.openxmlformats.org/officeDocument/2006/relationships/notesSlide" Target="/ppt/notesSlides/notesSlide45.xml" Id="R57807a47f17942b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164ae67fc4995" /><Relationship Type="http://schemas.openxmlformats.org/officeDocument/2006/relationships/notesSlide" Target="/ppt/notesSlides/notesSlide46.xml" Id="R82f1a3e0d48c416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e1c83d7ff41b9" /><Relationship Type="http://schemas.openxmlformats.org/officeDocument/2006/relationships/notesSlide" Target="/ppt/notesSlides/notesSlide47.xml" Id="Re80132ca89c1436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bda5679442e6" /><Relationship Type="http://schemas.openxmlformats.org/officeDocument/2006/relationships/notesSlide" Target="/ppt/notesSlides/notesSlide48.xml" Id="R27adaa4310a84e5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8b8904a904669" /><Relationship Type="http://schemas.openxmlformats.org/officeDocument/2006/relationships/notesSlide" Target="/ppt/notesSlides/notesSlide49.xml" Id="R07574abc60b4456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0f13aa6a94e44" /><Relationship Type="http://schemas.openxmlformats.org/officeDocument/2006/relationships/notesSlide" Target="/ppt/notesSlides/notesSlide50.xml" Id="R0d4aa27c25d1460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aeaf90c474456" /><Relationship Type="http://schemas.openxmlformats.org/officeDocument/2006/relationships/notesSlide" Target="/ppt/notesSlides/notesSlide51.xml" Id="R454a11ae79964f6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8a02e43654252" /><Relationship Type="http://schemas.openxmlformats.org/officeDocument/2006/relationships/notesSlide" Target="/ppt/notesSlides/notesSlide52.xml" Id="R8e2080dac22f4bd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7597e3f0443d5" /><Relationship Type="http://schemas.openxmlformats.org/officeDocument/2006/relationships/notesSlide" Target="/ppt/notesSlides/notesSlide53.xml" Id="R894bca0ad39844e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0d8fa7e6543e7" /><Relationship Type="http://schemas.openxmlformats.org/officeDocument/2006/relationships/notesSlide" Target="/ppt/notesSlides/notesSlide54.xml" Id="Rbe56aa694f44462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2ec6e6bd7420c" /><Relationship Type="http://schemas.openxmlformats.org/officeDocument/2006/relationships/notesSlide" Target="/ppt/notesSlides/notesSlide55.xml" Id="R9f8c47453804425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360264b7f4e21" /><Relationship Type="http://schemas.openxmlformats.org/officeDocument/2006/relationships/notesSlide" Target="/ppt/notesSlides/notesSlide56.xml" Id="Rd3eb64537bea48b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4fb77cc6445de" /><Relationship Type="http://schemas.openxmlformats.org/officeDocument/2006/relationships/notesSlide" Target="/ppt/notesSlides/notesSlide57.xml" Id="R4b9dc4a85b1d405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8c38cbf664b64" /><Relationship Type="http://schemas.openxmlformats.org/officeDocument/2006/relationships/notesSlide" Target="/ppt/notesSlides/notesSlide58.xml" Id="Rdcc7795cfda849f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1a1b560904d62" /><Relationship Type="http://schemas.openxmlformats.org/officeDocument/2006/relationships/notesSlide" Target="/ppt/notesSlides/notesSlide59.xml" Id="R1864d861702b4a5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d74a91232481b" /><Relationship Type="http://schemas.openxmlformats.org/officeDocument/2006/relationships/notesSlide" Target="/ppt/notesSlides/notesSlide60.xml" Id="R2c6112a2e7f84065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f501f28294ffb" /><Relationship Type="http://schemas.openxmlformats.org/officeDocument/2006/relationships/notesSlide" Target="/ppt/notesSlides/notesSlide61.xml" Id="R0ee900f77f93482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75204e8fb40e1" /><Relationship Type="http://schemas.openxmlformats.org/officeDocument/2006/relationships/notesSlide" Target="/ppt/notesSlides/notesSlide62.xml" Id="Ra5ba7ae5fb0749c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d7effa36c4438" /><Relationship Type="http://schemas.openxmlformats.org/officeDocument/2006/relationships/notesSlide" Target="/ppt/notesSlides/notesSlide63.xml" Id="R605c37ea2746446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b59bd62084182" /><Relationship Type="http://schemas.openxmlformats.org/officeDocument/2006/relationships/notesSlide" Target="/ppt/notesSlides/notesSlide64.xml" Id="R53de1a4c589e44b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cba444cd4d40" /><Relationship Type="http://schemas.openxmlformats.org/officeDocument/2006/relationships/notesSlide" Target="/ppt/notesSlides/notesSlide65.xml" Id="R70cd66a0ce844eb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3f8d5a3c4bc0" /><Relationship Type="http://schemas.openxmlformats.org/officeDocument/2006/relationships/notesSlide" Target="/ppt/notesSlides/notesSlide66.xml" Id="R89b812b567404e6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f885836e24c6c" /><Relationship Type="http://schemas.openxmlformats.org/officeDocument/2006/relationships/notesSlide" Target="/ppt/notesSlides/notesSlide67.xml" Id="R87cbd9603e2a450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945fd0fbd4fbf" /><Relationship Type="http://schemas.openxmlformats.org/officeDocument/2006/relationships/notesSlide" Target="/ppt/notesSlides/notesSlide68.xml" Id="R0cfe44e80eeb498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534d1ebb04ddd" /><Relationship Type="http://schemas.openxmlformats.org/officeDocument/2006/relationships/notesSlide" Target="/ppt/notesSlides/notesSlide69.xml" Id="R32d96bac121446f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6357983754126" /><Relationship Type="http://schemas.openxmlformats.org/officeDocument/2006/relationships/notesSlide" Target="/ppt/notesSlides/notesSlide70.xml" Id="R845b034e858742a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0997eead4740" /><Relationship Type="http://schemas.openxmlformats.org/officeDocument/2006/relationships/notesSlide" Target="/ppt/notesSlides/notesSlide71.xml" Id="R6840e79c8009494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674ad4985433a" /><Relationship Type="http://schemas.openxmlformats.org/officeDocument/2006/relationships/notesSlide" Target="/ppt/notesSlides/notesSlide72.xml" Id="R00074056a4d7445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d2327e374b5b" /><Relationship Type="http://schemas.openxmlformats.org/officeDocument/2006/relationships/notesSlide" Target="/ppt/notesSlides/notesSlide73.xml" Id="R20beca49b69747a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4e2c6d41a4793" /><Relationship Type="http://schemas.openxmlformats.org/officeDocument/2006/relationships/notesSlide" Target="/ppt/notesSlides/notesSlide74.xml" Id="Rc6e680afc9604e3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a6256efb349c4" /><Relationship Type="http://schemas.openxmlformats.org/officeDocument/2006/relationships/notesSlide" Target="/ppt/notesSlides/notesSlide75.xml" Id="R449febbf74ac4d9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e4094bb664578" /><Relationship Type="http://schemas.openxmlformats.org/officeDocument/2006/relationships/notesSlide" Target="/ppt/notesSlides/notesSlide76.xml" Id="R034478d4ec924412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f5ce94fcb4a48" /><Relationship Type="http://schemas.openxmlformats.org/officeDocument/2006/relationships/notesSlide" Target="/ppt/notesSlides/notesSlide77.xml" Id="Rdafe5fc0aab44ef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93df3ed6c453b" /><Relationship Type="http://schemas.openxmlformats.org/officeDocument/2006/relationships/notesSlide" Target="/ppt/notesSlides/notesSlide78.xml" Id="R3a21f8261e684976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f97981dba4188" /><Relationship Type="http://schemas.openxmlformats.org/officeDocument/2006/relationships/notesSlide" Target="/ppt/notesSlides/notesSlide79.xml" Id="R8255d52250af481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49b62b3d54e37" /><Relationship Type="http://schemas.openxmlformats.org/officeDocument/2006/relationships/notesSlide" Target="/ppt/notesSlides/notesSlide80.xml" Id="R78b5dda3d5a54cc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9a1cbb72c4ea4" /><Relationship Type="http://schemas.openxmlformats.org/officeDocument/2006/relationships/notesSlide" Target="/ppt/notesSlides/notesSlide81.xml" Id="Ree93cadca98e468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e214ee8ee4a60" /><Relationship Type="http://schemas.openxmlformats.org/officeDocument/2006/relationships/notesSlide" Target="/ppt/notesSlides/notesSlide82.xml" Id="Rcde0231737c244e1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cc2cb9a7140c7" /><Relationship Type="http://schemas.openxmlformats.org/officeDocument/2006/relationships/notesSlide" Target="/ppt/notesSlides/notesSlide83.xml" Id="Ra06942663975455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38a6cf0c741a6" /><Relationship Type="http://schemas.openxmlformats.org/officeDocument/2006/relationships/notesSlide" Target="/ppt/notesSlides/notesSlide84.xml" Id="R2c63f40b83f14fc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ec2cab1374ebd" /><Relationship Type="http://schemas.openxmlformats.org/officeDocument/2006/relationships/notesSlide" Target="/ppt/notesSlides/notesSlide85.xml" Id="R8a918b85a841455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055f2dcfb40df" /><Relationship Type="http://schemas.openxmlformats.org/officeDocument/2006/relationships/notesSlide" Target="/ppt/notesSlides/notesSlide86.xml" Id="R2a0113750f294a0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c08191ddc42ac" /><Relationship Type="http://schemas.openxmlformats.org/officeDocument/2006/relationships/notesSlide" Target="/ppt/notesSlides/notesSlide87.xml" Id="Ra42af95ea17b4a4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c3ca7df054318" /><Relationship Type="http://schemas.openxmlformats.org/officeDocument/2006/relationships/notesSlide" Target="/ppt/notesSlides/notesSlide88.xml" Id="R985565dfd23c45b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b5cce014042f5" /><Relationship Type="http://schemas.openxmlformats.org/officeDocument/2006/relationships/notesSlide" Target="/ppt/notesSlides/notesSlide89.xml" Id="R5459074b2b144a9b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51b1ad340462c" /><Relationship Type="http://schemas.openxmlformats.org/officeDocument/2006/relationships/notesSlide" Target="/ppt/notesSlides/notesSlide90.xml" Id="R1215f5726cc6404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16d41bd354623" /><Relationship Type="http://schemas.openxmlformats.org/officeDocument/2006/relationships/notesSlide" Target="/ppt/notesSlides/notesSlide91.xml" Id="Rb12dea8925384b5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f76779e744b2d" /><Relationship Type="http://schemas.openxmlformats.org/officeDocument/2006/relationships/notesSlide" Target="/ppt/notesSlides/notesSlide92.xml" Id="R49b9b2ca45df4966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ce143d4594f6b" /><Relationship Type="http://schemas.openxmlformats.org/officeDocument/2006/relationships/notesSlide" Target="/ppt/notesSlides/notesSlide93.xml" Id="Ra1f20bc4177b429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ca29ff397406e" /><Relationship Type="http://schemas.openxmlformats.org/officeDocument/2006/relationships/notesSlide" Target="/ppt/notesSlides/notesSlide94.xml" Id="R9fe0cabd7a124811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7fff5a0c34f81" /><Relationship Type="http://schemas.openxmlformats.org/officeDocument/2006/relationships/notesSlide" Target="/ppt/notesSlides/notesSlide95.xml" Id="Rb293028e8ef047d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5d1b62235488f" /><Relationship Type="http://schemas.openxmlformats.org/officeDocument/2006/relationships/notesSlide" Target="/ppt/notesSlides/notesSlide96.xml" Id="R6b5988688ab948c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79cd655644863" /><Relationship Type="http://schemas.openxmlformats.org/officeDocument/2006/relationships/notesSlide" Target="/ppt/notesSlides/notesSlide97.xml" Id="Rafe93495b9d84375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44dfa6f194d5a" /><Relationship Type="http://schemas.openxmlformats.org/officeDocument/2006/relationships/notesSlide" Target="/ppt/notesSlides/notesSlide98.xml" Id="R05fd1ed03e6347d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5bc3b10a94e82" /><Relationship Type="http://schemas.openxmlformats.org/officeDocument/2006/relationships/notesSlide" Target="/ppt/notesSlides/notesSlide99.xml" Id="Rd9610c307ad447b2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b25389f0e4c36" /><Relationship Type="http://schemas.openxmlformats.org/officeDocument/2006/relationships/notesSlide" Target="/ppt/notesSlides/notesSlide100.xml" Id="R6d9b713537ff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4D2FE-7ECF-42A6-BA5A-FCE3BE02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22EAF-EF87-4559-990A-89BE46D7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EA05E-F429-4696-BBCB-7C754788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847D3-C6F2-4AB3-B3D7-3759293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不會寫程式，</a:t>
            </a:r>
          </a:p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照樣做出一款真的遊戲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D43E0-C3CD-4D8B-B979-976C081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27A"/>
                </a:solidFill>
              </a:defRPr>
            </a:pPr>
            <a:r>
              <a:rPr sz="1950" b="0">
                <a:solidFill>
                  <a:srgbClr val="53627A"/>
                </a:solidFill>
              </a:rPr>
              <a:t>零基礎用 AI、GitHub 與 Firebase，</a:t>
            </a:r>
          </a:p>
          <a:p xmlns:a="http://schemas.openxmlformats.org/drawingml/2006/main">
            <a:pPr algn="l">
              <a:defRPr sz="1950" b="0">
                <a:solidFill>
                  <a:srgbClr val="53627A"/>
                </a:solidFill>
              </a:defRPr>
            </a:pPr>
            <a:r>
              <a:rPr sz="1950" b="0">
                <a:solidFill>
                  <a:srgbClr val="53627A"/>
                </a:solidFill>
              </a:rPr>
              <a:t>從一句想法到可分享的作品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D148F-8ABA-4B70-8704-BD8E10E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47EB9-1796-4669-BA27-F0839D7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1809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想法</a:t>
            </a:r>
          </a:p>
          <a:p xmlns:a="http://schemas.openxmlformats.org/drawingml/2006/main">
            <a:pPr algn="ctr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＋ AI</a:t>
            </a:r>
          </a:p>
          <a:p xmlns:a="http://schemas.openxmlformats.org/drawingml/2006/main">
            <a:pPr algn="ctr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＝ 作品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81BCB-9D73-49D8-A167-ADD47261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26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ADF0B-174E-4EFD-B1AA-4958C061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BA17E-1B09-47C6-B1BE-6BBDF7A0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A0F34-7A76-469C-8E53-41B059A5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904B2-BCC7-4CA3-AE2E-5D2D873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成品先行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9F7C9-2AC3-4C2D-BD27-9DCF995B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905D6-0885-49E5-A8CD-2B1E062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直接播放 FinFlow 單機、多人房間、玩家操作片段。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02253-70CE-47C3-B935-3F744D31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66FB1-0266-4EAA-8418-1BE9D469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46CA0-7B00-4D9E-A9F2-3E0C506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9347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0A095-C3A8-498D-B437-0CE2F15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4CAE7-536F-44A5-82FB-FE41316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1D01-D842-42A8-AC2A-AAC52133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05B9B-3CEA-4618-8D70-9120C0A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作者起點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CC1FF-B4AE-44B8-995C-0D1E27D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28DF-F213-4FFC-8196-96888F15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「我有財商教育構想，但我不會寫程式。」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0B8AD-1304-4EC1-848D-047DDD06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A7278-64FF-4942-98AE-D2D347F9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BD759-9165-4290-8C5C-088C79A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970647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8B5BC-5C45-4FBE-B4BB-BEA4EFFF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87CAB-583B-4F5D-BB02-3EEE5AA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863C-2BAD-4495-B69E-8FF0F0C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F58AD-B952-4990-9595-635B03E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五天二十次疊代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97DA8-5CB6-4290-9255-8FE4A40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FA297-4625-4BA9-A999-3B393BC0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不是一次生成，是一次次修出來。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43502-9DB4-41C8-8CCB-5212D09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4B117-FF0C-4DC4-9C2B-8385B8A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A28EF-9E3C-47C5-A341-A6E2A3C6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547027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420BC-580B-471A-B674-04F1D5FA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912AF-5305-40E7-83B1-3C6AD50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6E8EB-C1A2-49CD-8D9E-927EB791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441AD-F9D0-4AF4-A975-40124C7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神話破解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6D5C7-256E-478A-8A14-62931AFE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0DE9D-E9D2-486A-875A-2606343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AI 不是魔法按鈕；你決策、AI 動手。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165CB-D6B5-417B-8E6F-D6D95313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EF4DC-1E42-4AAC-A745-15ECD0B7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02C31-CCE1-46D1-9996-7EF6E2F2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817436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FAD3C-EED2-4B87-9304-786569B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6F173-74F2-40DD-A35C-576810CE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A6189-E027-441A-81A4-A8C5CDD5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3139B-A936-40B3-8B3A-92A806E4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課程成果牆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7D0EF-91D9-44E6-926D-C7BA30D4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8308D-3136-4E26-842A-FC4E969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規格書、遊戲、網址、測試紀錄、朋友回饋。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6C8E6-3704-4988-908A-96C076B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90B6B-3EE4-478D-9F48-9E01289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6A95-0EF1-4FA1-AE7C-8423A0B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5698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A205-5F67-49A8-815C-94EF246D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F380F-B8C9-41B5-9264-088E320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A4A3D-F4C7-4D2C-A21F-2673B5D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343FA-4186-40A7-BED8-812D6D9D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你不需要會什麼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0890D-84F4-4B71-82DE-7FB8EFE5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4AFEA-987A-41E0-B7DC-5335ED6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程式語法、伺服器、資料庫都不是起點。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0D8E-B8BC-4E13-A957-3F593C6F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787E1-2508-4836-A12B-88E550A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FF8B1-D3B4-46F3-8E88-2684704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824496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2E826-D672-4251-8409-B52E6600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22726-8EEA-4C9D-B150-D7654C40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0｜震撼開場：你不是來學程式，你是來完成作品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866D1-E150-4F4F-8DB0-0743B1C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9BF21-182F-44D7-8F09-AAFBA0B7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第一個承諾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33C9-A973-4469-BCB4-837AF48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47405-6295-468B-87B7-53F85051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今天結束前，你會讓一個按鈕真的動起來。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EB7C5-A54B-4865-BFD1-C0462930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E162A-D2AD-44EE-B6A4-EDF38A54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7E555-F086-4E6A-81F4-C32BAA21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30018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5FF4C-8274-4D2E-BF33-FAC402D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5790E-E2D2-45D3-8DAC-547887A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FADDE-BDD3-48C7-9F4A-CCBAA20C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A243D-9D7E-43D2-84EB-22310FC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好點子不是憑空想出來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F1DAC-C384-449F-A66C-3EEB2E86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3145B-3F72-48F4-9503-CFACEF7B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痛點、經驗、經典、重新組合。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2DA09-4B3E-447C-B681-1384FB8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D910A-92D5-424B-8CD4-02D23234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EEA60-D1AF-4B04-87B2-8BA8924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63510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E5EE3-24A6-48D9-A782-850F818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D4B4-1464-4236-B807-15AC570E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55573-EC66-45B9-8D74-FBF2ECF2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86069-8FF2-488E-8490-111D88F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FinFlow 的起心動念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25FAE-8332-4533-8DE3-AF3F3FB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D8DC6-64EC-4567-9CF7-B2559E1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財務情商需要安全的練習場。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A591D-1139-44F9-AB68-86C2786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3B05D-E536-4DBA-8828-D2EE1107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04384-55DE-4F88-930A-9E2A8E90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48874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A934A-1903-4E17-B107-5729F9A9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DB9B8-565E-4780-9E39-581AF19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5C414-6123-4777-8AEF-BD8C39F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852EE-2957-4566-BD90-893EBE66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痛點採礦表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6C4D4-93FB-406C-A90E-D14800A6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9F94D-4D21-4C42-A99A-32774A75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「我常看到誰，在哪件事上卡住？」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DA519-E26E-4E5F-AF18-E253F239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2E952-1F65-4BA7-820D-288A596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86BEC-0E59-4C8A-BB33-6EF90538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054185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66707-D148-4BD8-BC37-3C3D2854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80C6E-9F6C-4277-8DE8-39FA5BD3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480F-2AA4-4266-8AA4-66116E0C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A1D20-8C21-47C0-B3AA-A3A8445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15 分鐘小成功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5A6C3-0519-4CF0-BDF3-9BFC72B3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57793-021C-4553-B876-9DD01C9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請 AI 產生一個有計分按鈕的 HTML。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BC806-DD69-47FE-B8DC-A52A02E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44100-774C-4233-84E3-6AC53E4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5E325-2B49-4ACC-AD35-A99BAC3A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70809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B35E0-B52A-4F80-89C3-C88F590B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449B0-AFD6-4755-8235-CA6622B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01005-DA7D-4406-8C26-0B76AB8A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1FF89-696E-442D-A71D-ADD03A7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第一次打開作品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01256-3FD9-4461-968D-F80B1958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C78D2-C10D-4241-9739-E5FEBD0A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下載、改名、用瀏覽器開啟。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49DB8-DB90-40EC-B302-7DB85C9C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CF2AC-D8F0-40D7-A8FE-3E8436E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20F72-C893-40B9-BBE3-948238E2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5818484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A4493-1DC8-4286-A57C-78C6C95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33B10-3C05-429F-8A8D-4F171DB1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AD9AD-33A7-4F11-8E3A-0B477A0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6805C-2F54-4A99-B82E-2B7043E3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第一次改需求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73E87-7A35-44C5-9058-88A0B8D8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693F3-544C-4FD3-A6B4-CA69386C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把按鈕文字、顏色與分數規則改成自己的。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4F7FC-AD25-4D99-AF9A-5C37AFC6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C444C-BB00-4CF6-99EF-B8E36A3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53F2-18E1-4ED4-AB7B-41924A9D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4643508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31EF1-8207-4C85-8C3A-87BC28A5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97E7A-FF92-4267-9128-6DB54D3A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B7208-BF05-4D7A-A3A6-BD6F57E7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1BFAF-E13D-404E-A44C-250B1733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借鏡不是抄襲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B06AC-9C0F-47D3-BBEF-0AE7F19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D07AC-00C5-4EB6-9A8E-471B1D86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拆出經典作品的「有效機制」。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03B4F-6894-4357-B315-396B6C96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C3F3D-C6B1-4AF6-8298-264DAD0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43A6D-8A95-43D4-852B-B9473B81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126961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E4427-E3AE-46D9-BD98-E9B8BEC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A2D4F-701B-4426-9FE3-DB79AC1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15D0D-D2B0-4EB2-9FAA-35ED792E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42553-1E9E-4C45-A34D-334202C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機制轉譯練習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8FFF3-6DA5-46E7-9962-D8592D4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922A4-51A0-40FA-BC5F-BDB7DD7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大富翁的格子、卡牌的選擇、RPG 的成長。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658CC-C517-48DE-BD0F-4E107A7F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1E5D2-F77C-4B88-8D25-9CCEFFF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F1994-A7C1-40AF-A53A-796560EF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546949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124F4-4077-4991-89C8-AC8FED7E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2A058-5190-46B9-917B-ABEB16E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54344-65D7-453E-9BCF-0F96EFC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E90CE-F5D0-4425-B200-C1C69F48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一句話作品公式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FACC4-F678-4159-8746-5FF94597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FA620-FE5F-4E54-AE68-AE31B08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給誰＋解決什麼＋用什麼互動＋得到什麼結果。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FB809-67CC-4D31-8186-23D42C6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1A581-36D7-460A-AEC3-409E2D6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3222C-8D49-407C-AD16-F17E39AE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5614531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A5177-B1EE-45A9-99DF-0C42B475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4EF75-B96D-4714-8E51-A179E1E7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1｜從人生經驗找到值得做的題目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538CF-4479-46DF-A732-C22C43EF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48A0C-0DDF-496C-A62A-D114A8FF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B58C2-685C-447B-9F06-3F411305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0B149-CC4B-4E02-B545-AB27B3C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完成一頁式構想卡與第一個可互動頁面。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DD894-F50E-4CAF-AFF1-FEA5F91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90D5-DBE1-4A2B-BBFF-DB0B147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49463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83BC7-EB3A-47A9-9C29-AF1E8106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15163-8E28-467D-967B-15E70426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287A2-D1D3-4842-8F89-ABEC22F9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26A28-C2FE-4BE4-B4AE-C70A1AE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完整版陷阱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06E9D-13F0-4DFB-9CC9-3237F78C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1B9FC-364F-4DC8-A51D-ADB12C2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新手不是做不到，是一次想做太多。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D84D3-F63D-4B8F-AD07-DCFF047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C46D9-93C1-4F25-B42C-4C24BE7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B4A71-B822-425C-A499-E28B530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8130237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A389C-31DE-416F-92E2-B8F7479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11F46-BA04-4E84-9C6F-56EF4344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00B47-0084-4300-A2CE-F62C4311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4909C-67B7-4D3A-9134-1D6023B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最小可玩，不是最小可想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E531A-9D75-402E-B85F-8E48798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C5931-FB93-4E8D-BAFC-706E3FB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MVP 必須有開始、選擇、結果。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1F036-EC9B-4036-930C-C15B00D5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2ED38-D1F1-4281-8F64-A71A198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11E9C-50EF-44F0-93F2-5955D62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097298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5E97E-1345-42E8-BB0F-C34311BA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6B716-058A-4112-AC2D-2F98512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A83DE-BFA5-4664-8167-FCE50B2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591EB-E785-4F8C-A34E-EFB3A44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三堆功能法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BAB4E-A144-4F37-BC14-DA79D745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3E3B7-1510-4323-8C7A-4C5A456F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現在做／之後做／也許不做。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B717D-CDDE-4C96-AA09-EC121B5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58028-43C2-4570-9BC1-776ACFA1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C22BF-C6A4-4BEA-96F2-F24FBB3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888195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7FC21-11D2-4D99-A7EB-D6ED167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6EA3D-3065-4F44-84F4-5B3D8944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316E9-63F8-4FC4-B8C3-51989F6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D5D7D-ADD4-4EBD-8ACE-0AA7C784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FinFlow 原始範圍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ED06D-A2C7-4758-B9B0-D3341AE6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CEE22-6A28-4DA8-9396-79343C8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從有限職業、事件與股票開始。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20B2B-644F-49E4-9591-475D565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D0766-1D05-441A-96A2-687E67D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A8C73-6627-493B-8911-5F0F5B5E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5424063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1A2E8-4B9B-4E4E-AB22-3803DA4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AD681-CB7C-4744-A16B-78399E9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02C40-6C49-4785-AE0E-618BF6FD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11946-1AE8-4783-B88C-B71AC387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三條鐵律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6C638-0C40-4D1B-8CFC-7321A31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0E235-40C6-4DE6-900D-8175039D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引擎與畫面分離、資料驅動、金流留痕。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69F46-99A6-4304-AFC8-B4D9195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4C167-7822-4042-A288-0E766DC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CBE98-283A-4D98-8870-40BBA98A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15367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20619-2E82-4841-ABA0-7EFB190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61EDF-B865-4DBC-B6A3-7091CF6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C149A-6E87-4763-92F5-C6BEEDA5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D7C83-EC52-4740-A093-12F96E1B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白話理解鐵律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E1DC8-AAF2-4B25-B0B3-1E4EF78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CA9E-5C80-4243-9A61-0C7536E0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你不用會修車，也要知道煞車不能省。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900CE-FA94-4962-BB99-5854CCCE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EE351-24CF-4CD3-B545-861FF237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B4C66-42BC-4013-B6C4-E5071B03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54359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00A5D-1E29-4812-B37F-E8498A8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BE82F-A7B1-4F61-80E5-D5E1E8F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BC19F-CD73-4047-9EED-ED86B4D0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6ACBA-8450-4415-BA41-CFE2DD7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學員版三條鐵律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8E3A-D670-4B4C-848E-57EC2B8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C5368-4EE4-43BB-93D5-B8C02D48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單一 HTML、資料集中、每個選擇都有結果。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9497B-3727-4EDE-A862-4BA221DE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81FCC-3AF7-4A86-947B-46401F8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D0016-5D2D-401B-9039-C69412A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985358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D7940-E0B8-403A-8702-2E6E115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35A2D-6B66-4073-8E3B-419D2C5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BCF5E-95C4-4472-AD9B-7D86A33E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3EC4E-E3F8-44AB-A989-14157EFE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結業作品定案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6C601-2AEC-4872-B11A-05BC61F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143C8-26D7-4F82-A14C-3085DC6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1 玩家、1 NPC、15 回合、10 張事件。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9151B-FC53-4F17-9CD2-ECF01149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05234-D00C-4B0A-A37F-256661B9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0BC74-A7D9-4C70-9A50-A4CDA20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662732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50462-C7BD-48B0-8D33-F1AE2E4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12A4E-B6ED-4156-9CB2-A3FE61FE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08487-8B15-45A7-BC65-BAE86DFB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E28F0-76C4-4C2A-875C-6E6C2E17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刪功能實作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E9F50-BEC7-40AD-9B4E-30D27C7E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53DE5-A690-4EF3-994F-9C1C1BE6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親手劃掉多人、登入、商城與動畫。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0049B-33D5-4189-9FC1-49CBAD7E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BF67D-079E-4A1B-8057-5C79ED2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BB783-D880-41BE-9BBA-A4612A1E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8097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A599E-DC8A-4AB5-BE98-A7740988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641FF-25FF-48C9-9810-0F6EE95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2｜把夢想砍成真的做得完的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5A0DB-2FD9-4379-B633-5C77A9CC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6461D-C582-4F42-8FB9-56A9FA0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5BFFD-5B9F-4220-81D4-D60B3ED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F344F-70AB-4F7C-B7CF-95BDBB1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完成 MVP 清單、鐵律與不做清單。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42FDE-379C-40D0-B74D-7A416F0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00556-EC1B-4785-9AB9-C951812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043142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DFED6-C114-4CE7-868E-AEAEF688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E44A-CBCA-4D0B-8CB2-0648A78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B2229-6815-4D8D-8C2C-D1C1BDF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C5DCE-F4E2-4E1B-91F6-46B074D1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分工地圖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EF36F-0D97-47D7-9D2C-D293C73A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6EC11-A004-4AC5-95D9-EBF4945E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你負責目標與驗收，AI 負責提案與實作。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46175-5FFD-4106-8364-AD83515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17B05-1EEB-42D1-BD1B-93C2AC7D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01C4D-7ABD-494E-A557-0C1268AA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486655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DE827-D501-43A2-8E0A-D3999AE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B83ED-9EF9-4128-A741-8C193276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48122-1246-4794-9CD1-36AF570C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A48B6-C2CD-4AA1-964C-3A01272B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模糊需求為何危險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97258-737F-4D5E-84EE-8D80F2F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C64DC-C71D-4786-BF0B-3294A421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「幫我做漂亮一點」沒有共同答案。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13AD5-0D89-4ED1-BE0F-02722C27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DF3C9-F114-4FC9-952F-EC620FCE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AC450-DDC5-4C71-8B7E-B1A5CAF2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6832585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F32FD-6497-450B-94AB-628E38D8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6E61A-FFDE-417A-A302-067B87A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A89DB-DCDB-427D-A533-D0FBADF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4C03B-C616-439B-B1A9-E9BD3557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四格需求模板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F5DB6-552C-41C4-81DE-A3774E5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13CB4-AEFC-4123-BF71-06491F69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目標、使用者、限制、交付格式。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D7B6D-FCB5-4A28-BBCA-01310E43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2176A-77AC-4601-9405-72691BA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F55CD-88CD-4E48-B9E1-E7AC999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164807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BF8CA-14AC-4D8F-BBBB-6CD807A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DC5FB-5E05-405F-A895-EA16519E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F283-CCB9-4116-98E6-EEE8ECBD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16310-E292-4D22-950F-095DA287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先規格、後程式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A9D58-EAD6-412D-A913-7846100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0BDEE-2C02-4075-ABFE-F807968F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文字是程式小白可以掌握的審核點。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17641-9CF7-494A-AB1A-3091942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C9571-6351-42F8-8C8C-EED1EE78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774AE-9692-4840-8372-B4205F7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774413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68496-241F-4ADE-B395-33C2FA3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237A5-E03A-4FA5-977F-5B92B9E5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9952D-4D08-4EBC-8461-768A182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6A600-703D-4F99-8C8A-8E88BDC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規格書提示詞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37575-DDF3-4813-ACEA-1F65151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7CFEE-3CE1-43EC-94E8-5B906EA3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可直接複製的完整範本。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05DA2-3FC7-4422-9BEE-39CBB539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BEAB1-54FC-4BAF-A677-E1F4BBD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149BA-7E01-4325-8FE8-D949C4D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785321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E37D4-E38E-4E5F-BC74-E2814BC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F7F7F-812B-4556-865E-BECC3670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9B0F6-015B-46FC-BD0D-5A1C7258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85E21-7677-4E80-81E8-2E69102D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讀規格只看五件事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E652F-9C4E-49CB-B561-E737695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6CD76-93B5-48FB-8EE3-AC5FADD8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玩法、資料、流程、例外、完成條件。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1EF85-A6BE-4002-9FE9-25B7315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151EE-1D98-4F09-888A-6CFAEA24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3DB1D-5BCA-48F1-97CC-94D9ECE0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53243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B7116-7DFF-4961-8B7C-3156F0F0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A9BD9-BD90-4E61-8536-1FEA8F1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70003-A1BB-4728-BFF3-6F8BC6AC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D4AFE-07FC-4B71-8623-EEE1E2B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不確定時必須列出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023AB-1B11-47F9-82D1-9720693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462A1-5932-4E1F-850F-73A6A277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禁止默默替你做重大決定。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D9BD7-4338-4218-BF7D-198F51FE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DDB79-EFC8-4CF1-A3EB-5E6FB85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D036B-B216-44BF-99ED-3CC82DC1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602097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C7DC-D7B3-4070-81B1-B1285A15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1BED2-E879-477A-B10F-EACA3FF2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17D44-9C4E-4DCD-82D8-A8E70F0C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C8F08-0001-4C55-8416-E92F7C5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要求 AI 先復述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1798-6363-4757-B98D-831A2DBC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1E9B9-BF1B-4519-8D63-574716A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確認雙方理解一致再動工。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EC388-DE2A-4B2B-B784-BB30EEB1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CBEA-C076-4B9D-8504-E383B59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0397-9E80-4BCE-84B7-56566B0C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9251264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94BE5-3AA7-4144-A686-C169BD6E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F59D2-D687-4E17-9977-AD2C1B27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BF251-C35F-4F88-8554-09E4414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C366B-863B-477F-AF1D-98F59E5F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生成第一版程式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BD5DE-A088-4E64-9722-4BF2D6B7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D9F0B-19A7-4DD3-B1C0-29A54093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依已核可規格產生單一 HTML。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EF48D-5725-4095-9FF9-F5C93297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73F7-74E8-4F6A-9EEB-A892B67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EE283-DB8C-49F4-BAE0-C9994585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6046335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5FF4F-2531-4A88-BEF4-FB43765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0F6C7-6E83-4277-A083-6ECD418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51457-4583-4A01-A360-A2057E5D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B7A08-68F9-4A10-A540-E296AD2F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交付格式要求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A8EA-F5EB-4115-A8A2-1C2383E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0BB6-BFC6-465D-8852-C1B9486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完整檔案、版本號、變更說明、測試方式。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7C695-7302-4D38-9AE8-9DF32630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6621A-883D-48BA-AC8C-D9858F8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B9CA4-35BC-49C4-B0EF-7DBAA84B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7171215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3627B-85EF-4E74-9989-B997D05A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2E9F7-3163-410F-9723-37D97C53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D14AE-3D7E-47CF-AE8E-3363537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7B8EF-40A0-42B9-960F-C4BFE16D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第一次人工驗收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6DEF-3351-4752-9ACB-87AA0B5D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6F6F4-BF39-42ED-8BDB-605CA1F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從開啟、操作到結算逐項勾選。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AEC36-E7D6-4861-92C1-402648F5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F67BB-9D10-4434-AE43-3682EF9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E397D-DB03-4E61-8725-26B2402C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9064546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FAC2A-6304-4570-870E-C5390B21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596B4-0093-46B5-9C9C-4CB9F68B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3｜學會跟 AI 說人話，也能得到工程成果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4F05E-13D6-4694-81DB-BD978B3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8EEB0-2A73-4AEB-ABAF-BE175AFE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446C-8342-4455-8E2B-5448852E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CAFAD-65C9-4C79-8A4F-85F5BFFF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完成規格書 v1 與第一個完整可玩版本。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86CA3-06D3-46E6-922A-9FF904F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20B8D-6EEA-4E76-807E-8E37FD3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70723811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8FDDC-497A-409D-9427-4E972133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5C2AB-7509-4C00-9EDE-ECC5A3ED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87992-B275-43BE-B1C1-B1567EE6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D17E6-2D30-4C24-ABC5-74A6589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說完成，不代表真的完成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8ABC9-F7BE-45DC-B178-C7E991A9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E5FF2-649E-44F6-AB40-EB3BDE66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驗收責任仍在你。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0279E-FDA3-4977-9798-4D38F8BC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E34A5-190D-4E7C-8B26-857D140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93BED-A87D-47A5-AD2A-6EB1F8C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1672261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D2B7F-F07E-40D4-BB38-763767E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8EE78-A940-4C4C-9B37-FFF2B5BA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AABA2-BF71-44E1-B280-F26F8946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3D2C3-2EF1-4FC5-A549-22C7FDA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Bug 回報公式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41072-A7D9-4C13-9A3C-BC56E34A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D9C1-5B0F-42BF-B437-852F9EC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做了什麼＋預期什麼＋實際什麼＋證據。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6327B-F457-491B-897A-DD10E11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A3C62-40A1-4B5E-A45A-7FF1A1A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59751-67CD-4D44-B671-EAE3C7B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115112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A322C-A0A8-4834-AFD2-AC5379B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41B4C-DFBE-4F7D-A069-8C8EBF1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840AB-4048-4604-B416-ED5DF8E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84E74-C332-46CC-8F35-CAEEF7E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截圖就是新手的除錯語言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3BAE9-E3E4-4993-A494-3EA7837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D1403-DAD8-41EA-8915-193AFFFE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圈出異常位置直接問。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5298-773E-48B3-91A4-A16CC9A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7D015-03BD-4FD5-88F2-E37E08B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C833C-D543-4CA0-97A6-B9A7A1CC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0379025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152D3-B2BB-4224-9383-6E449193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D83B9-080E-4FAD-A512-2EBC4DFB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6DF4A-53E4-4F71-A007-917D143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E5707-BA7E-4F09-9E9E-D9580AB2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怪符號案例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40D4E-C28B-4721-833B-17269DFF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FD471-65E4-4A58-A669-E370BB66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外行描述也能導向根因修復。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E303C-FD20-4BA8-80C5-5CB277F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EDD26-07B3-4BF0-AF78-B7972B4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4E224-6CF4-4630-8BEB-B076954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2420532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C288-D8E6-40E6-84BE-5502E810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0BA85-D3F7-426B-8F2A-3DB36472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B9C8F-3045-4D17-ACD3-3B8B2B87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8DC8D-59FD-4134-A8CA-0A2A5DC7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NaN 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930E3-D891-4CE3-85AD-B9BEC65A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95EE-CB5C-4678-AD0A-1E388234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看不懂錯誤字樣也可以如實回報。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9C133-20CC-44E3-AF84-8075FBA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70E77-D77C-4892-A5AD-7CF0AD7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EF8CB-C6A2-470D-9C6D-A0340308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53244368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7DAA1-1D10-42C7-85D0-0B464FA2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DE187-D3D4-48A6-BE2D-75726437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B0D78-62CD-46D2-B704-C7CDE67E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D27E7-D360-4BD6-A364-3FE742DE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先重現，再修復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CD74C-8637-4DBA-B52A-8C2D6AFD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D291A-7187-4744-8E4A-5740D941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如果不能穩定重現，就很難證明修好。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AED74-C11A-4C2E-9C33-7450D47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D193A-C80F-472A-BDE1-EF0815A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51D89-81C8-48EE-9584-B4DDA1AB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76955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5FC21-9785-4E4D-8383-DD4AB6CB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8FD2E-098B-4D19-9B06-25AE06EB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95442-B9C3-4C61-A7D1-504E4BA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9CA15-FD67-4631-81AB-BE0FD759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回歸測試白話版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6904-6F71-48D4-9E67-4F7C0D9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A0FE8-D08F-4C38-BC66-B9AD1869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替這隻蟲設一個永遠抓得到它的陷阱。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825AE-D56A-43B0-AB67-910BBF29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1D056-AD78-4421-A8A8-4E496B9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5C47-E39A-4FB3-BE49-EBD462C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48065907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7AA04-27E0-49CE-9F04-6456BBA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8DDA9-5D82-474A-A0C0-1CFF5866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D9F27-9889-4178-AB00-A022A55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EC8C-20B6-40BD-9633-8CFEC51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六人 NPC 商城死鎖案例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5C990-DE8E-49DB-9EB5-2222BA4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DC34E-F279-4E4A-BFC9-3F7A295E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電腦一直想做不能做的動作。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77920-DCB6-4669-AF4E-4EE688D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6A406-E4C9-45D6-9D20-349AB1A0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54F96-F0DB-4609-92FA-A37B20A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5247195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8377F-6F4B-46E9-93D1-8357615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C7AB1-E17E-42FC-BDEE-30AABB7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92513-9C63-40D1-AFEA-FCBF7C3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1A4AE-99A7-4106-A5F1-67F78DF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修正的完成定義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273B5-7AC8-425F-9928-D12F12B1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6CF8-B6D3-4655-8B5C-2E885736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原問題失敗、修改後通過、其他流程沒壞。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F0DD7-8726-4D18-87D6-3D8C0EDE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8291F-84FA-414D-BA53-9B308231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4CC5-D462-40CD-ADB0-28A6AEDC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06046679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A61EB-1DB0-4922-B305-26653A4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68264-A188-4CF7-AA8E-40549A7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4B068-BE4B-4E64-8BA7-AAC02DF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37C97-60D8-41C8-BE5A-7E2578C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第二意見法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9A49B-CE97-4E27-897D-F8D3CADE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F3A54-5100-4384-98A1-9D656EA3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重大修正可用另一個 AI 交叉檢查。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E00DA-6DD9-4405-85F5-AB9D3C9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8E14B-7DEE-4A46-B343-A6800A4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2A231-AE7F-44B0-81B7-7B74CF9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905950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1E9FB-4A31-4F4B-A8E8-77FEF73B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0E14F-2318-43FC-9F62-28BC301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83E46-BAEA-40A0-AC13-CD09A83E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F3134-3794-4C6C-966D-888CFF54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不要一次修十件事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8824A-68F3-4CB8-8457-F235AD3A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5C4AB-8613-4625-BB93-C4D54E11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縮小改動範圍才知道是哪一刀有效。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0EFA0-ABD2-4008-A062-90EA4AC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58C15-479A-4F97-9869-81AB63C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EA8F2-2523-4145-9840-928E7D3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2144158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9AC4F-6CE0-4530-982E-8D298B77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5A68E-484A-4AA2-9302-18180F6D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4｜不用懂術語，也能把 bug 說清楚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359B-1BE0-4A74-9AC5-6CC47D86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6C800-B62B-461F-910E-61AD077B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E84CA-2C27-45BC-8EAB-A942BE1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87348-00AA-4F41-B220-7621CA5E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完成 bug 紀錄、修正版與至少一項回歸測試。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F9B30-4000-4FD7-8A59-8BED4FC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890FE-8B57-4B3F-8FAB-71332B0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4006127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3E9C2-5BEB-4E1A-B8AB-AE3DC39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5D02B-A74B-49CF-A25C-39F754E2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77188-5D9E-4745-BDB8-E53A94D6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0C33D-5119-468B-9583-ED1FEBE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為什麼需要時光機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BD7C5-F44F-4C13-B678-C17627F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B798B-BE7C-4CC3-929E-DCCB182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AI 改壞時，能回到上一個正常版本。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68CF6-D9BF-408F-B1AB-921E2B3F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FE32-2A81-4184-B033-0F64611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A6E8D-512D-4144-88B0-967A2A88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03125490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FB647-63D4-483B-A8C6-8DC5751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F9539-47CB-43C5-81E4-8AE031DB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4E233-0365-4262-9968-E9FB1145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46EDA-6CB7-4CFE-8502-22974372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三個白話名詞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A9A83-7177-459D-822F-6FD81B3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F0A1B-EC68-41B2-8B06-F934DD33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Repository＝專案櫃；commit＝存檔；push＝上雲端。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7241C-C839-4942-9B0C-87A32FD7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A1AC9-B531-4D91-B336-739D43B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52AAB-B808-42F4-84D8-46CA468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3899684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49F78-E8F3-45D6-853C-A802A421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47DE6-F2E9-4416-9CC4-EC34CB5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AC0CB-E072-435D-AD40-72A29C8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943B3-020E-409F-A269-7D820E3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GitHub 帳號與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2DD8E-07FF-4D1D-94AA-38D2F684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4C56F-E8B7-40B3-89DF-60494B5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一步一步建立專案。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69E96-2058-4E37-AC16-EE32EF70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25FF1-A1AC-4074-9C17-C847322F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F054-9D7A-4453-AC95-CEA83CB2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76516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04818-F37D-40DE-B7F7-0D2707E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1381D-0445-4DFA-9666-B51A3BBD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E5145-485E-4AE8-AC2B-F47A9DA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D22C0-CB0B-49F5-AD09-2325B27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 commit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44963-56E9-4545-9512-10F2451F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B48B-8E23-403D-B5C1-21F7C59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替版本寫一句人類看得懂的說明。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59859-B746-4767-A818-A25FB435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896AC-9126-4437-853B-7976E5E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1245C-B07E-467C-B668-D0A5F0B9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8748817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35EA9-C3B8-49CC-9DB6-7D5162E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7D1E2-C8D7-4952-BC8A-84CE3F1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90910-4998-4EEB-A876-6745DFB1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F84E-B3BB-4A3F-8C62-96774F34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0742E-B5F5-474C-ABEF-37540C00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E3D5-BA7B-4BE3-A9A1-91734A2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把本機成果推到 GitHub。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4EAD0-F93D-48E8-9A0D-CFFC5895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33258-BD9C-408F-B3E1-CE150A97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59CF0-E255-44E0-BEEE-01271ECE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7129101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160B7-F7E1-4972-AB33-9E509940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FECB-5291-4612-B33F-D9149DD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F4AF-BE9C-4BDA-92C1-3305012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F3D88-AA48-4A1F-B929-066F01F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分支是什麼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91332-5F02-40E1-A9B3-0E7A1787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5C868-367F-410D-80CE-CEC147C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在副本試驗，不直接動正式版。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0DE3-896B-4DE1-9974-252CE70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DBAF0-F6BB-401D-B301-8CE8DB49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5F6E4-7E23-41CE-A1B3-406CC96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08421566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FE45-BF8F-45AC-AADA-ED4FC2B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63F78-8389-4A1B-8D18-D45440D0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B7E0D-2DB8-46BE-AABC-5778B58B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8EC30-464C-4AE6-8E8B-03F873B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變更說明格式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77FE6-6CF9-4636-8212-332AD9A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166AF-07A6-424C-890E-5410E3A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做了什麼、為什麼、怎麼驗證、意外發現。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D2464-4C49-4D88-A030-D02B8BA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277D-407E-49D1-AA2D-78C7047A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EF323-B146-4E0C-9936-D6CCFFF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09718651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2BC13-F573-4D45-AABB-320574A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25F44-6FA2-4D45-9B15-0EA7FF0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9D6ED-3FA0-4790-9A01-9FD1861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C0F0E-67D6-403D-94D7-CBA15AAF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版本命名不用複雜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F63AE-E3FC-41A8-BAED-46CA35C9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C75EC-5B3F-458D-A2FC-006D6C98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v0.1、v0.2 或 S1、S2 能排序就好。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23D74-7814-4C93-AD2B-A21A4D5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FA057-940B-47E8-8E64-B906B784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10B83-BB8D-433D-A032-99A8A24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73587550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C1721-A2EC-4F0D-8A52-1A135495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C2A50-9387-44C8-907A-C66F858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FC798-6B36-47E7-BA14-F7095D31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845A5-F284-4648-8684-E587791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回退演示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748C0-0CDB-4F3B-944B-D40513F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30BCB-AD84-4691-BFCD-0A8B1A7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故意改壞，再從上一個 commit 找回來。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0CC3E-F67E-4994-A5C4-1740431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0E4D-254C-4905-9900-33866287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0374D-C362-4651-B564-46DDD8D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7730126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5EE4F-A932-448A-83B5-81D739F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18E19-BC2F-43AF-9CC9-F020028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5｜建立時光機：Git、GitHub 與安全存檔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60611-AF99-4AB7-AC21-CC1CC928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52B11-31D3-4DCA-BC05-EF0437B2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3369F-B0B9-477C-83D5-5DFEB124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D94FE-9492-416E-909F-53FADA57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GitHub 上看得到完整作品與版本歷史。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D979F-58C8-4BA9-AAD6-6DE32D2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C9BA-306C-4559-B394-432B3F2B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0898943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594A0-DC3F-4B6D-ADD1-BACE067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A20B-4A40-41BC-8687-FFA66D0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BCAAA-D679-45F0-9D82-320659E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0C62C-3A1B-461F-B63C-16BC59C2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UI 與規則是兩件事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D4390-4E33-4DCE-946D-C0949BD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E6DF5-739E-47E2-B008-950BBB86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改排版不該改到遊戲數值。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84F2A-531D-4D92-9F17-B7CF12B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AB14B-CE37-424C-B33C-E08CB08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3E1F0-D475-42CB-AB79-5015AF12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5159796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D7BAF-2AF5-453F-A510-CEB725E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9CAE7-BA95-4EA8-AE36-6C622439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FF59C-7D11-4B53-BADE-A23FE09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E6CCB-F7CA-46E8-BC20-BD5BDA95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先畫再說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7F35A-A08A-41D7-91D5-B3023C41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9218D-4629-4206-B7DC-6A31DF42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手繪、Excel 方格或截圖註記都能溝通。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B61AA-2A07-41DE-AE74-C601EC6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2D69C-011B-4471-98E7-E205C321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BA517-5789-4CCC-801F-7B4A0B1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7225537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BE3A2-7F31-47F5-AE6F-795516FC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0B7F-0930-4677-8D61-A0763C5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E0D95-25E3-4DE3-8AA2-D2EE5DFA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25D52-566B-476C-9D8C-BFDAE69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FinFlow 輪盤四次改版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44E1E-88DC-4A90-B627-7ABC4861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EBBEB-8DC7-4E1C-951B-C8C724BD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畫面反覆調整是正常過程。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17902-E044-476E-91F1-FD27A28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82C84-C957-4EE4-9C42-FA6EE1F8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5C7E6-3179-4E8B-A4F1-3A00E07E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75374301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78588-C040-4D48-A4DF-3733E97A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BD544-E9F4-4249-8182-05665FE8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CBD81-E1B8-43E4-B442-25F48EE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F4EAC-51FC-4ACC-9E76-1BBC7CB9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一次只改一區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00EE4-A91F-4037-B043-7C74476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11566-70FB-46FD-B253-39A9C52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先資訊層級，再位置，再配色與裝飾。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BEEDF-DB77-4180-A833-D7F4DCF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47191-5ED4-4964-9796-3A0695A2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52FCB-148A-4CE9-A9C9-5B5450C9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00008869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BD2B-4C8E-4B00-BA22-363FD4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AE22A-B946-4CEE-94E0-1343FFC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EFC55-6A36-43A2-9487-EFF4446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E7CC2-A088-4253-ACB2-73D4156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漸進揭露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3CD5-41C9-432C-AA6A-8AA0011E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A8FE8-7700-4ADC-B386-8229A1B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新手只看必要資訊，熟練後再增加細節。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92CA0-8FF6-4AB4-B97D-09CB0C2F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809B7-53A2-4EA3-AF24-5EC444BB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E6EF3-7089-4A94-872E-5DC7083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84619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9A883-8570-4CD0-BAEA-CD0C39A7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73D8A-F9FD-446A-98E7-5F2B593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13C74-98F8-4405-B368-09B829D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CCAC0-7DEA-4B5B-98E1-D0606642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跨螢幕檢查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B2CF3-532C-4165-BDCC-983FE287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B0A2-C572-4E4D-AEFD-8320AA96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桌機、手機與不同縮放比例都要看。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241E8-B20F-49C9-A717-E46C4498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01CC9-5047-4AE5-805D-E988622D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265F-74D4-45A2-AEF2-F24C373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62565931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823A6-CE9D-4C8C-9320-C59C037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5A8F3-D139-48C7-B221-3A17045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F53AE-D1FD-4327-838E-043BFC6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8AC6F-20D4-414E-B120-47A0173F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視覺改版的保證題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E67CD-7269-479B-84AE-1A2711E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061D9-0DFC-4083-A85D-8DDBACD7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要求 AI 證明規則與數值沒有變。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F1677-4A5C-451C-A42C-59403D5C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F821-E8B4-4571-99DA-6D52E24F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8459E-236F-4C7E-8A6B-6D7B55D3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14999508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8515B-D683-4705-8288-A59C7C6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4CEC7-378F-4F81-B853-666F95FF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D44C-CE5B-4AC1-B3D8-09093E43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0DD8A-732B-4350-9B8E-1ACB8CC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資料與畫面開始分家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36F39-3C15-4F86-B93A-C36A4C1B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3F0E7-B160-49B0-8000-1CA22F6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卡片資料集中放，不散落整份程式。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15105-8713-4575-AD17-D7FD1182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F54EB-CB9D-4B33-B384-4E63A7D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CFCA5-A053-45F6-BEAE-C8A1067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883297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5F37B-2E37-4D62-85CB-FF50A52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13343-3805-4C23-A976-4E160465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4973-F212-4FF8-A43E-F243F0D6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DF67-1BF8-4838-B42F-AB14E71B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自己加一張卡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F6580-BD84-4CBB-99AA-68B9CE9B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7EB6F-B259-472E-A326-B22F9CD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只改資料區，不動遊戲流程。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E454-006B-46EA-8633-87ABADCE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5572-B72B-4280-9D59-6BDDB8F4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AB67E-612D-43DF-ABFF-FC8B6591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69961069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D8D4E-68B7-441B-BB92-F91C4F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ED05A-0352-4EEB-89DB-B5C99054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6｜讓畫面好用，而不只是「有畫面」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05E6D-C8B1-425D-B81B-CE4151C3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7CCBF-E016-40D9-9D55-8BFBCDFC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F1F96-3B19-412F-BFAC-48C1BEF6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F2195-51E6-4D4A-9EFC-A8FC716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完成可理解版面與第一筆資料驅動擴充。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34010-818C-4B97-B927-F7E4EDD4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209C9-314D-4E50-BC6A-D4EDCB5C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52833061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FBE5C-D645-41E8-B8D2-B5617995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3F918-218D-4FD0-A6DB-C8D6FB1B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4B92B-3550-427C-AE7F-4476F46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96490-4377-408D-8474-587F4263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自己永遠測不完自己的盲點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57692-5988-404B-81F1-822EA12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BB8C3-B499-4D63-BAC2-68C50616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你會下意識走正確路徑。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996FE-CF67-4DB0-B702-85EA8565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A7AC-4A52-47EA-97C0-B9D89EE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56AA-0188-4A68-B19A-D2B46F0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9829717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149BB-2A40-49B5-AA00-C4EEC331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C846C-CC4A-459C-83AB-4CB29ACD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DF2A5-5D7B-44C5-8684-8EEDAFD4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FA46C-5954-48A2-9AC7-9B869176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三種測試者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5C133-74DD-4957-BD6E-C9639F73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9DD02-A8A2-40C2-902D-7970AE76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完全新手、目標使用者、故意亂按的人。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9A406-5652-4C02-9184-62CDB016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8CFB7-7965-4845-A3C7-9A317462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09E8E-91C6-44C8-814F-686A2E5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0699134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BC66-E80F-4CC1-9B2C-E0B460B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2D76F-1B17-4C78-9B18-73F8D7D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31B02-05B3-4AD2-A8B4-43D27E5A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66230-DA15-4042-9737-770CBF14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五分鐘測試腳本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4C7CA-1025-4356-9EEB-216A2536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80FFC-F58A-49BE-9BF4-888E023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不教他，觀察他怎麼開始。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871FC-572E-49A2-88A6-86D9A9C2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F69C6-39AB-43EB-A83A-0E44360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795BB-CF73-4B94-A440-6A0E9701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53219480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85F3F-9A2E-4508-A829-C24873AB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FBA18-B13A-44EE-BC14-A007ECA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FAA3A-29FE-48EF-A838-1A3FD44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20C8A-5A5C-435D-978C-E144494B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只問三個問題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8C8F0-6CB0-4E80-AD4F-1BA88C06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28648-36AA-4C31-9733-142D075F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卡在哪、哪裡意外、會不會再玩。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1A88-E6B6-4F18-B0DF-7F9E6C0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C72F8-C848-40A4-847A-BABC3AB7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39652-4430-4CED-847D-AB9965C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30213792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F9EDC-CD53-4C2F-A1E0-4493A76B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6158F-C769-417F-8E5F-DF26102B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2F39-DD80-4EF4-8B7F-E27EA682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AE525-381F-4F4A-AC23-9F9E055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S19 三人抓出五個 bug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A3819-8A59-45B2-8FD7-D9C544E5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84415-45BE-42F5-B790-71F32E05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真實使用者就是邊界條件生成器。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74F0-1CDF-4080-A201-A461789E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146DB-65B3-4C4E-9D30-34BCE8D5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C5760-A7A0-4BFC-ADD0-E919A4A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6229841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C5F2-44F5-417B-AA68-E5870FB3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BE563-3559-40AA-8505-7B6083C0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D542D-D72F-468E-8D83-61E0478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DAFEE-F517-487E-97BF-DDD5BBF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把「很難用」翻譯成需求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F07ED-C2AA-45C5-8387-243A6AD0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CDAB2-3BC2-4D82-8C3E-803EAA75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追問動作、預期與實際結果。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A964-EF30-4134-A6AE-107E0BA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79EE3-85B4-404B-8DF0-BE923A2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588D-446A-4CC2-B6E6-C8EE345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57308537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6E8A4-9B12-41B4-8843-02AC9444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FEF56-8194-4376-BB22-718F680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A2A1A-44CF-465A-A203-F131A93B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79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488DE-F022-498C-A388-54E2CE4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回饋不是命令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4F099-E14E-4420-955C-E018109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3078A-F9D0-4B5C-8428-0CC63527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先找問題，再決定解法。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1A694-4543-4825-8479-C15EDDD0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60DBB-5D48-4DBB-8772-9CB9D5B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A59A6-0B2A-48C2-B52F-054BBC12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18076286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19768-2490-414E-98AE-23C7D09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123E-7176-4F91-8773-221FE0B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B35F2-F234-4829-BA94-031E6D31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16910-003D-4C52-B798-0950783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發布前七項清單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F6C60-8571-4C64-BBEE-D4055F9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8A17-67E8-4910-9553-8CA49720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核心流程、手機畫面、重開、版本、說明等。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AFE62-58C8-4191-B2B9-5E843428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DC9D9-B82C-4243-B5FE-581D9E8C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97403-5458-40E9-8323-F5720A8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5679175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07B07-1785-474B-B716-185CD481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67054-6AD4-4581-9372-4E811F96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086CC-4915-4FA6-8093-DE5A7FB5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89182-9EC1-4444-B8F6-3E3408E0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GitHub Pages 白話版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8691C-F3DF-419E-A7E8-524ED26B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7B63E-EA57-4F1B-A533-6A5A753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把 Repository 變成任何人可開的網址。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A0ED8-916C-43E7-A160-5A826626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2FCEF-B9C8-4F9A-9E2C-6CBA4804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AE01D-E6EF-4B17-BDDA-32C4661F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1246553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AA73C-FBC5-48BA-B890-CE911692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0F2A4-13F5-4D96-91D8-9AEB21D7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F1F5-C0E9-4F5C-A53C-B05B7C83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EF4C-510C-4BF5-B39C-33BB35A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第一次免費上架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EF55B-4EDB-4112-9C8C-6D657914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23A45-9C00-47A0-8870-1A54C3F2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啟用 Pages，取得公開網址。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16E42-109D-4DFF-9915-19E3F12C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8024B-1C39-48F7-93AB-AF6095D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807A0-90A7-40D9-9FFE-3CD67D2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22675790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CA72A-A62F-4124-B3A6-5DFB90A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993FC-926F-47FE-B2BC-C9A6CDD6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1FD93-B17B-4EFE-8D28-B2A5232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C7C59-BDDC-424D-A383-98FA9DBE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分享與收集回饋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4C31F-9D6A-427D-8EDA-C9E22A0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43EC1-AEA3-4127-8EFA-051917D4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找 2～3 位朋友完成實測表。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4570D-506C-4953-851A-340D907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22561-8723-4A32-87E6-CCAACBE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856FD-522D-4A6D-BA80-BD17F0D0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64493170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02080-2DEE-4A5C-8855-BCCB7F6E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6576F-D4FF-4E97-816C-997B258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7｜找朋友來破壞它：測試、回饋與上架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7A214-EE1B-4319-8171-459D7E02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283BE-5E29-4449-9F82-E1BBE92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存檔點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AB6C4-77C0-43B4-97D0-D781B8D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8C708-F60C-47E1-8076-E70D4831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作品真的能被別人在另一台裝置打開。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1984-6859-48C0-9936-181AEA0C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05940-0026-4B29-A5E6-CECD7EE8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0687397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87568-5D4C-4B46-B78F-622E9C5E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65FCC-A7F6-482C-886D-79A9C0B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02C10-3495-49E1-8945-6665175B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4A102-3DDA-4E60-BCF2-88836FBF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複製不是畢業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9735D-0C0E-4E88-B056-57753596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BDEAB-331F-4BFE-B26B-79CF3F03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改造才會形成真正能力。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23C87-AE54-4E73-A50E-4CDC9077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AA228-523D-473C-B731-20E5930E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8121-DCEA-40B8-9821-F79E7B7D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06811944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128CC-B346-4C49-942D-4A3231D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0D5E6-C15B-4515-8823-80A44E7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A3FD-9AA7-45A0-BCE8-6F9D5DD9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72CC6-59D0-421C-A8B0-87C5CF23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換主題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F7877-5957-4823-BB8B-78ECF90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41DA2-954E-4F96-8A38-B04D7CEF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財商可改成創業、健康、旅遊、學習或職涯。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6830B-827F-41A9-A957-95F9EA2B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63FAD-B594-4A62-9215-71FA6D5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EA4BE-0B5F-46CF-B7E8-5D528494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72594306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81B0B-2D5D-4C73-9EE5-01192A5F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7F28F-23B1-4567-9B67-00E93D4C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C4FA6-D483-4C27-88F9-9C251F6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E7A6-6DB9-420D-9870-B43DEA62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換資料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85415-0BE5-4988-A23C-4E66B27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741E6-FE27-462A-8A68-A86AEB8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職業卡、事件卡與誘惑卡改成你的生活經驗。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0224-04D3-4FB3-956D-0E9D2F18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4EFAF-9EA5-4A6D-8774-CFC5F918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C5DBC-B7D9-4E2B-A527-536DA070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2910658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9D862-2753-4BFF-B501-C1949CF4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B14FA-AC70-4008-B7D0-F70915DE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93D1F-CD21-4108-9DF8-B3A257A9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494ED-A956-4A7A-B38C-941A04AC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換規則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693BC-8E84-4479-B12F-A727D0CE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31126-BFAE-40E9-B62E-E99D0E2B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分數、回合數、風險與勝負條件至少改一項。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B236E-6B6E-4B79-8EA3-52924CB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8048-D1E4-48DE-8116-AB6D1CE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7D9EC-B891-4E19-B2A9-B34219E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01575413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2E367-F6CD-4D1C-A411-4A82A679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F3DB1-2654-4129-9A70-AAAF5A2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957B6-375A-43C7-9D5C-351B9EE7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89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97850-B7F8-46E3-B3AC-7A50A76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換畫面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2112E-1785-499F-965B-57C51DD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9523C-D658-4649-9009-74683677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用自己的配色、標題與敘事語氣。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61A63-AFC6-481C-B2D8-77AB08C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E0B2-6BE7-48F5-B960-5F436029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91761-FD8B-475F-B2B3-BA75972B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95111058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B064-2CD3-4CF9-8FEA-302D1FE6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9FF6-CE0D-43D1-97D3-F07B0EE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92DA-71DF-405F-8644-8291673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2AD7B-6313-4E38-99FD-6C2BBB9C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內容一致性提示詞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63EBB-4FF1-4097-AD61-C3E59143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D4F3D-95B7-4250-9173-E39BDB2A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先分析範例規律，再批次生成與自檢。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F174F-17E2-48C7-AE62-52B5021C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22521-4075-4207-A2F4-9752E00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E6DE9-1B6A-48D1-978A-67647A84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882672497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60865-201E-4EF5-9415-28883A3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6D1C4-63FC-4DAB-8150-6528AC1B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9BC33-BE69-47C6-9153-B23944FF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54599-C8B3-447D-9041-897B86D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作品發表模板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DDE14-B227-4D28-9A16-D7F06DF7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85DB3-F23F-49CE-82A6-96A0BC6A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問題、玩法、最難的 bug、學到的事、網址。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1588E-E90B-4CC3-9988-6D4292AF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BC69-0244-43C7-ACBC-8E2316B0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A8AAD-3F8D-4FDA-9995-37435E8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6548252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AB247-C7B1-4A15-A751-80E4DB00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EDCAA-A1A3-4384-8647-9EF47EC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8｜把範例變成你的作品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C5E79-5DBB-4E9F-A4AF-CE274CC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259CB-B0E7-4AD3-9453-C9D31985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正式畢業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18C42-CC80-4BF8-8F86-67E38815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7EED-497C-476C-9362-62969766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你已完成構想、規格、實作、測試、版本與發布。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922B6-347C-46CD-AED8-1B259CD5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33EA5-9204-4D62-9DC8-4E4D7791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61342238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4D29D-6447-4DC8-A619-1EEDFC48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F3318-75FE-41E5-B6A4-D8E77CB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C2DA-EBE1-47C1-B14B-F08A03A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61208-5105-4EAE-8F82-B119CB4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先問要不要多人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44E2D-B6CA-492E-96B8-20515129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5EE6B-B66E-4D76-A7E9-0CFD55F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不同裝置必須同步互動才需要 Firebase。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0FDA-BFF0-4DE1-93B3-3BFA8F7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1BA77-826F-4CB9-B854-BF51C31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EEF8F-9252-4F05-85EF-BC68E00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83755998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1D0DA-6E32-47F6-B054-53CAD64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4947B-F155-4A0C-8179-BCB895E5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59FB-EB85-44B9-8951-79B844D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4F0A-5A93-4B8B-BBD2-3EE69675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Firebase 白話版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2E48F-BBF3-4E72-BA23-3120509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7B118-CF05-4E64-BA6A-CBE1234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大家共用的一本房間紀錄簿。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18CD4-2865-407C-B8AA-027FD3AD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29FD0-FBB9-40FE-82F6-972389E1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96C02-E875-495E-BEA7-3A52BFBA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921805637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4FEEE-E292-4E71-81E2-601E5E9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682BD-7C65-4FFD-A1BC-177DBC02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B7633-9253-4683-91F4-E860320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C6D44-D54E-4C83-86B5-FFA7276A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房間、玩家、動作紀錄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62D6F-4AD0-44CD-ADD7-82E6C0A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BD671-9BE1-4327-AADD-DAB39256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只存必要資料，不把整個畫面塞上雲端。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BEB4E-8303-414A-A5CF-17D83EAC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54E11-C5C6-45F9-A634-3D88567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7ADBF-BE58-4EE9-8EF7-B6A4C3A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141065015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CC110-914F-4CD8-81A0-650CD12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314D5-5A65-4C96-98FA-B3B4DC3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8EE2-50C0-461E-BE2A-157B3A42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A69BC-3C3C-481D-9FAD-7A868912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鎖步同步白話版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0DCA3-659D-4CDA-95D8-01E98FB2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FD1C-9E1F-4E1F-9FDE-AC1DBA57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大家照同一份動作紀錄各自重算。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7461A-90D6-49BE-8E7B-FD848B39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1A88D-22E8-4D13-8D08-10627FC4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現在跟做：把這一頁變成你的實際成果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2EFEC-68AE-4851-8605-D8FC712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1147420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BB11A-4092-4CD8-A548-7C40B180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061D5-75D0-4F02-AB06-3A09B7EB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91A9E-A338-4396-A183-4467F3B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40597-FF75-4628-BFF4-0A7AD622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多人最常見的坑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E00CA-77C4-4AC1-A1C4-1512985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A43F9-4350-462C-9190-BC0FEDE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不同步、重複動作、搶建房、等待死結。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A2641-1C34-4FB8-8FC8-E8FB58DE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EA769-DEB1-44AC-B2D7-03B10893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先理解：這一頁只解決一個問題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81EDB-786D-44F2-ACCB-7A056B6C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3971503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793E8-0030-4B6D-8F58-8C3EB0F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7E48E-E111-40BC-9BD3-1A5FF4DD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06AF9-A75C-4637-B11F-D0EA25E3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97172-0B65-4F95-B21D-FF45AF04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安全網先於重構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9D4B9-92DD-4C64-902A-AB52A414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3A6C1-F548-42CC-B610-BB1D161F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每隻修過的 bug 都留下回歸測試。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5A5F5-6AB0-4356-8E06-B5A50D82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AC424-FC85-42CA-A6AF-AF7E1F0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看案例：觀察選擇如何影響結果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7E30-F2EF-4B5B-B839-677A4EE1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207812416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64A71-3C26-43E9-8CF2-9B14D53A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FCA30-4F81-4F33-A384-5BC5BF0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1C803-D878-4A6B-95CA-DBF1653B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3B04-F240-4B5C-9470-985910A8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從單一大檔案走向三層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F1E5D-5D62-46DC-8B6E-E0A5D74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423E-2FCF-45C8-A422-BE1094E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9639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資料層、邏輯層、畫面層逐步拆分。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9793-3C1B-4B49-8202-846CE06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56FC6-C74C-4C3A-95C2-6786E83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驗收：用可觀察的結果判斷是否完成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5EE54-1B21-47C7-9932-679A6ED9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352678592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3B1ED-006B-4E9F-8FC2-CB520270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9A917-99DC-40B0-BA8B-22883C72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單元 9｜進階選修：多人連線與可長期擴充的架構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24FC6-F4AD-4E0C-9C0F-EE96DAF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862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D3DD-296E-46A2-83B1-0AE7DBF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下一座山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0635-B88A-43B3-8ED6-D08C7BE9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47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2D0FD-6CFC-420F-A0C1-68771D9B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971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卡牌編輯器、內容包、多人測試與正式產品化。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A3B35-70AD-49DD-AAFF-AC1000B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完成 → 驗收 → Commit → 再前進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29057-283F-4F7A-94CC-11FA9C0F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v0.5</a:t>
            </a:r>
          </a:p>
        </p:txBody>
      </p:sp>
    </p:spTree>
    <p:extLst>
      <p:ext uri="{BB962C8B-B14F-4D97-AF65-F5344CB8AC3E}">
        <p14:creationId xmlns:p14="http://schemas.microsoft.com/office/powerpoint/2010/main" val="991986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2026-09-01T10:16:09.9820000Z</dcterms:created>
  <dcterms:modified xsi:type="dcterms:W3CDTF">2026-09-01T10:16:09.9820000Z</dcterms:modified>
</coreProperties>
</file>